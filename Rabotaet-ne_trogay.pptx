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61" r:id="rId5"/>
    <p:sldId id="263" r:id="rId6"/>
    <p:sldId id="262" r:id="rId7"/>
    <p:sldId id="266" r:id="rId8"/>
    <p:sldId id="264" r:id="rId9"/>
    <p:sldId id="265" r:id="rId10"/>
    <p:sldId id="268" r:id="rId11"/>
    <p:sldId id="269" r:id="rId12"/>
    <p:sldId id="270" r:id="rId13"/>
    <p:sldId id="271" r:id="rId14"/>
    <p:sldId id="272" r:id="rId15"/>
    <p:sldId id="257" r:id="rId16"/>
    <p:sldId id="267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E45DB4-8AD8-4C9C-BC7A-53C534DBC2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4202870-FA64-4FFB-9DB3-6B68CD60AA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F44EE85-44DD-4226-B7C4-966881ED3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D4C64-D22B-4BF6-B360-C34501DCD1DC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531DC2C-6949-4168-837F-FDC919F5F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48BFC62-E518-43C1-8721-94E1626FC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9301A-9C9C-489D-AC64-B8B844DC60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7993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BB45E0-5C0A-4AC9-B8A6-B8FC2EA8E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A76F537-1484-4D7F-83C4-7BCB06CAA5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687B282-B964-4D8D-B44A-7F40E6E2C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D4C64-D22B-4BF6-B360-C34501DCD1DC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BA2B301-3EF5-447D-9E50-13CF919E2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23682F2-986A-4BB9-84DC-0AE93E774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9301A-9C9C-489D-AC64-B8B844DC60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2235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628A07-AE46-45A1-9DF8-435180297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3FFBDBE-89DE-4C90-9EDC-AF1EC72812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FED429C-D5D8-47A8-ADB4-F9D89C250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D4C64-D22B-4BF6-B360-C34501DCD1DC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35E982B-E0BC-4627-87FF-794D9302E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787420D-715E-4439-8618-F3160B3E6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9301A-9C9C-489D-AC64-B8B844DC60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3051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3D98D3-A99C-4927-91DC-E844069D0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87D9EBF-3E24-4657-94CE-855298A2A6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0200E8-B0F6-442E-A698-5CE369FFA7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54085B8-BCF7-4917-AFA1-BA75B0731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D4C64-D22B-4BF6-B360-C34501DCD1DC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D8D05CC-6443-4568-BF32-2D456B2ED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AFFBFF7-0860-4CFD-B2AA-501CD282E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9301A-9C9C-489D-AC64-B8B844DC60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462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487648-1E88-47E1-B063-AA42CB386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4674D4E-B039-45B3-868E-2C1A1BE98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5B70FC6-3A75-41E9-B403-607C48B24A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8BA282D-303F-4A01-8A0E-BEE4A17192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AF83CAD-0FDF-4003-924C-6C885D91A4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4B437D3-4C8E-455E-B0F3-69696AD94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D4C64-D22B-4BF6-B360-C34501DCD1DC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A85CF25-2394-43D2-AA99-2A2D7CEE2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6A37277-31CF-4068-8B71-BBDDDD368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9301A-9C9C-489D-AC64-B8B844DC60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9345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55B358-FCA5-420B-883C-48D7C5E6B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24A5B30-BB35-4029-9B84-ECE7AA8D6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D4C64-D22B-4BF6-B360-C34501DCD1DC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2931225-9730-4049-B0A9-EF5C70B45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A1013C3-39F3-4537-B9C6-AF79D8C96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9301A-9C9C-489D-AC64-B8B844DC60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7268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A79F314-DC37-46B4-82FC-7DA26FFE8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D4C64-D22B-4BF6-B360-C34501DCD1DC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C0DB0AF-CF5A-4C58-872E-0B9711BA2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89716D3-52B2-4F07-899D-6EA57BA56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9301A-9C9C-489D-AC64-B8B844DC60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240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C018D1-CD98-4774-B283-59A83529E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7BE75BF-510B-47D2-9B3D-BBB11110C3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69BE3B3-0836-4C1D-9328-215CBC3754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91B6018-F2A4-4D3F-AC7E-F3C20F611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D4C64-D22B-4BF6-B360-C34501DCD1DC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E509656-FE91-4C5B-BECD-8A07AD0C2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E390EBC-6E43-4793-8560-B21DB7BD3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9301A-9C9C-489D-AC64-B8B844DC60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1297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7B12BE-CD9C-45F5-AC71-7C1980E3E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3FAD851-D4A5-4C71-81F5-40374CECA9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2C39F12-FFED-4A7F-8864-8DD1AE0706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D665B4E-2C99-44B1-8736-2C1FE944C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D4C64-D22B-4BF6-B360-C34501DCD1DC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8DB0F7C-942F-4850-B68D-266A1F968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5D33BF2-20DF-45BA-A47D-2166FD48F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9301A-9C9C-489D-AC64-B8B844DC60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1141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E6A322-D7BA-4D4A-8A16-90EBFCA54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7463E20-DC95-4A4A-8A2A-CD19EF56C2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9E829F-DD4E-4B46-A032-6EA2D5CB7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D4C64-D22B-4BF6-B360-C34501DCD1DC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28049B3-466B-41CC-B10A-6775231B2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7A9D1D2-A491-4E16-85EF-C1CB2D522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9301A-9C9C-489D-AC64-B8B844DC60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8445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589D735-981C-4175-9939-FB27E6C817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1D1833E-AA1C-444C-910C-4BE50A41F0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36BEA3C-3ECD-4E1B-963D-AAB90ED81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D4C64-D22B-4BF6-B360-C34501DCD1DC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2703FAC-F183-40FF-85B4-03B7969D6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20BFEFC-4CF8-4D41-B8DA-4363DB049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9301A-9C9C-489D-AC64-B8B844DC60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418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1D83A4-A3EE-4BC4-8561-65BBD5014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B9C8D5D-395D-461F-8701-40EF860D4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AE342EA-B27F-4FC7-8CC6-CA55093C7C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4D4C64-D22B-4BF6-B360-C34501DCD1DC}" type="datetimeFigureOut">
              <a:rPr lang="ru-RU" smtClean="0"/>
              <a:t>25.10.2026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DD00AC8-C13D-4E87-891D-BAEDF4C6E7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3BA6BE8-9D84-4D55-8032-AF480B6393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19301A-9C9C-489D-AC64-B8B844DC60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5671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jpeg"/><Relationship Id="rId4" Type="http://schemas.openxmlformats.org/officeDocument/2006/relationships/image" Target="../media/image29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8DB244A-B60E-40AF-AAAE-B1198C87B4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290F896-33B5-4A39-ADF6-72E77CAA5EA6}"/>
              </a:ext>
            </a:extLst>
          </p:cNvPr>
          <p:cNvSpPr/>
          <p:nvPr/>
        </p:nvSpPr>
        <p:spPr>
          <a:xfrm>
            <a:off x="304799" y="4943475"/>
            <a:ext cx="4772025" cy="1562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800" dirty="0">
                <a:latin typeface="Cascadia Code" panose="020B0609020000020004" pitchFamily="49" charset="0"/>
                <a:cs typeface="Cascadia Code" panose="020B0609020000020004" pitchFamily="49" charset="0"/>
              </a:rPr>
              <a:t>Команда:</a:t>
            </a:r>
          </a:p>
          <a:p>
            <a:r>
              <a:rPr lang="ru-RU" sz="2800" dirty="0">
                <a:latin typeface="Cascadia Code" panose="020B0609020000020004" pitchFamily="49" charset="0"/>
                <a:cs typeface="Cascadia Code" panose="020B0609020000020004" pitchFamily="49" charset="0"/>
              </a:rPr>
              <a:t>Работает – не трогай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E5606A0-A24D-4999-B3B5-CB9CFFFE3A2A}"/>
              </a:ext>
            </a:extLst>
          </p:cNvPr>
          <p:cNvSpPr/>
          <p:nvPr/>
        </p:nvSpPr>
        <p:spPr>
          <a:xfrm>
            <a:off x="2486024" y="2181225"/>
            <a:ext cx="6981825" cy="2028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7200" dirty="0">
                <a:latin typeface="Cascadia Code" panose="020B0609020000020004" pitchFamily="49" charset="0"/>
                <a:cs typeface="Cascadia Code" panose="020B0609020000020004" pitchFamily="49" charset="0"/>
              </a:rPr>
              <a:t>КОРСИК 2.0</a:t>
            </a:r>
          </a:p>
          <a:p>
            <a:pPr algn="ctr"/>
            <a:r>
              <a:rPr lang="ru-RU" sz="3600" dirty="0">
                <a:latin typeface="Cascadia Code" panose="020B0609020000020004" pitchFamily="49" charset="0"/>
                <a:cs typeface="Cascadia Code" panose="020B0609020000020004" pitchFamily="49" charset="0"/>
              </a:rPr>
              <a:t>Чат-бот сопровождения сотрудников</a:t>
            </a:r>
          </a:p>
        </p:txBody>
      </p:sp>
    </p:spTree>
    <p:extLst>
      <p:ext uri="{BB962C8B-B14F-4D97-AF65-F5344CB8AC3E}">
        <p14:creationId xmlns:p14="http://schemas.microsoft.com/office/powerpoint/2010/main" val="4128373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5E74823-C41A-4622-88BF-1583A8AAD9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 flipV="1">
            <a:off x="-1" y="-1"/>
            <a:ext cx="12277725" cy="69627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1184B56-A5BB-49E9-8020-6B4A2FC2929A}"/>
              </a:ext>
            </a:extLst>
          </p:cNvPr>
          <p:cNvSpPr txBox="1"/>
          <p:nvPr/>
        </p:nvSpPr>
        <p:spPr>
          <a:xfrm>
            <a:off x="4597546" y="1810754"/>
            <a:ext cx="725805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«Корсик 2.0» — интеллектуальный ассистент адаптации сотрудников в корпоративном мессенджере «МАКС», разработанный для Группы ПОЛИПЛАСТИК. Сопровождает новичка на всех 17 регламентных этапах </a:t>
            </a:r>
            <a:r>
              <a:rPr lang="ru-RU" sz="280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онбординга</a:t>
            </a:r>
            <a:r>
              <a:rPr lang="ru-RU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— от сбора документов за 3 дня до выхода до финала испытательного срока.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C8848A58-6A9B-4B3C-BF13-970A89DAC392}"/>
              </a:ext>
            </a:extLst>
          </p:cNvPr>
          <p:cNvSpPr/>
          <p:nvPr/>
        </p:nvSpPr>
        <p:spPr>
          <a:xfrm>
            <a:off x="8229600" y="276828"/>
            <a:ext cx="3962400" cy="8001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Решение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43B2AC6-D0FD-42BB-9147-4591A07F70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525" y="1229707"/>
            <a:ext cx="3574906" cy="5423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569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E5CCA60-3ADE-4DBC-BE81-76D1C32DFC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9ABE7CF8-AA11-4236-BF0C-98E2F2DC5342}"/>
              </a:ext>
            </a:extLst>
          </p:cNvPr>
          <p:cNvSpPr/>
          <p:nvPr/>
        </p:nvSpPr>
        <p:spPr>
          <a:xfrm>
            <a:off x="-1" y="200628"/>
            <a:ext cx="11296651" cy="8001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Четыре роли участников процесса адаптации</a:t>
            </a:r>
          </a:p>
        </p:txBody>
      </p:sp>
      <p:sp>
        <p:nvSpPr>
          <p:cNvPr id="12" name="Номер слайда 10">
            <a:extLst>
              <a:ext uri="{FF2B5EF4-FFF2-40B4-BE49-F238E27FC236}">
                <a16:creationId xmlns:a16="http://schemas.microsoft.com/office/drawing/2014/main" id="{A6348A00-E753-4F0D-813B-BB78CE61EF45}"/>
              </a:ext>
            </a:extLst>
          </p:cNvPr>
          <p:cNvSpPr txBox="1">
            <a:spLocks/>
          </p:cNvSpPr>
          <p:nvPr/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52DCC5B9-D646-4B76-891F-6FF4E74E9CB4}" type="slidenum">
              <a:rPr lang="ru-RU" smtClean="0"/>
              <a:pPr>
                <a:defRPr/>
              </a:pPr>
              <a:t>3</a:t>
            </a:fld>
            <a:endParaRPr lang="ru-RU" dirty="0"/>
          </a:p>
        </p:txBody>
      </p:sp>
      <p:grpSp>
        <p:nvGrpSpPr>
          <p:cNvPr id="16" name="Группа 146">
            <a:extLst>
              <a:ext uri="{FF2B5EF4-FFF2-40B4-BE49-F238E27FC236}">
                <a16:creationId xmlns:a16="http://schemas.microsoft.com/office/drawing/2014/main" id="{0289D6F7-64DD-481C-B1B7-CE3D936CC7E0}"/>
              </a:ext>
            </a:extLst>
          </p:cNvPr>
          <p:cNvGrpSpPr/>
          <p:nvPr/>
        </p:nvGrpSpPr>
        <p:grpSpPr bwMode="auto">
          <a:xfrm>
            <a:off x="3730724" y="1096813"/>
            <a:ext cx="1821822" cy="3745203"/>
            <a:chOff x="5193506" y="1574006"/>
            <a:chExt cx="1802607" cy="3705701"/>
          </a:xfrm>
        </p:grpSpPr>
        <p:sp>
          <p:nvSpPr>
            <p:cNvPr id="17" name="Полилиния: фигура 13">
              <a:extLst>
                <a:ext uri="{FF2B5EF4-FFF2-40B4-BE49-F238E27FC236}">
                  <a16:creationId xmlns:a16="http://schemas.microsoft.com/office/drawing/2014/main" id="{31131BED-B6C6-46B7-B59B-BF39D5AF0350}"/>
                </a:ext>
              </a:extLst>
            </p:cNvPr>
            <p:cNvSpPr/>
            <p:nvPr/>
          </p:nvSpPr>
          <p:spPr bwMode="auto">
            <a:xfrm>
              <a:off x="5208079" y="1574006"/>
              <a:ext cx="1781175" cy="3705225"/>
            </a:xfrm>
            <a:custGeom>
              <a:avLst/>
              <a:gdLst>
                <a:gd name="connsiteX0" fmla="*/ 1525905 w 1781175"/>
                <a:gd name="connsiteY0" fmla="*/ 7144 h 3705225"/>
                <a:gd name="connsiteX1" fmla="*/ 257461 w 1781175"/>
                <a:gd name="connsiteY1" fmla="*/ 7144 h 3705225"/>
                <a:gd name="connsiteX2" fmla="*/ 7144 w 1781175"/>
                <a:gd name="connsiteY2" fmla="*/ 257461 h 3705225"/>
                <a:gd name="connsiteX3" fmla="*/ 7144 w 1781175"/>
                <a:gd name="connsiteY3" fmla="*/ 3450050 h 3705225"/>
                <a:gd name="connsiteX4" fmla="*/ 257461 w 1781175"/>
                <a:gd name="connsiteY4" fmla="*/ 3700367 h 3705225"/>
                <a:gd name="connsiteX5" fmla="*/ 1525905 w 1781175"/>
                <a:gd name="connsiteY5" fmla="*/ 3700367 h 3705225"/>
                <a:gd name="connsiteX6" fmla="*/ 1776222 w 1781175"/>
                <a:gd name="connsiteY6" fmla="*/ 3450050 h 3705225"/>
                <a:gd name="connsiteX7" fmla="*/ 1776222 w 1781175"/>
                <a:gd name="connsiteY7" fmla="*/ 257461 h 3705225"/>
                <a:gd name="connsiteX8" fmla="*/ 1525905 w 1781175"/>
                <a:gd name="connsiteY8" fmla="*/ 7144 h 3705225"/>
                <a:gd name="connsiteX9" fmla="*/ 1751933 w 1781175"/>
                <a:gd name="connsiteY9" fmla="*/ 3441287 h 3705225"/>
                <a:gd name="connsiteX10" fmla="*/ 1517142 w 1781175"/>
                <a:gd name="connsiteY10" fmla="*/ 3676079 h 3705225"/>
                <a:gd name="connsiteX11" fmla="*/ 266224 w 1781175"/>
                <a:gd name="connsiteY11" fmla="*/ 3676079 h 3705225"/>
                <a:gd name="connsiteX12" fmla="*/ 31433 w 1781175"/>
                <a:gd name="connsiteY12" fmla="*/ 3441287 h 3705225"/>
                <a:gd name="connsiteX13" fmla="*/ 31433 w 1781175"/>
                <a:gd name="connsiteY13" fmla="*/ 266224 h 3705225"/>
                <a:gd name="connsiteX14" fmla="*/ 266224 w 1781175"/>
                <a:gd name="connsiteY14" fmla="*/ 31433 h 3705225"/>
                <a:gd name="connsiteX15" fmla="*/ 1517047 w 1781175"/>
                <a:gd name="connsiteY15" fmla="*/ 31433 h 3705225"/>
                <a:gd name="connsiteX16" fmla="*/ 1751838 w 1781175"/>
                <a:gd name="connsiteY16" fmla="*/ 266224 h 3705225"/>
                <a:gd name="connsiteX17" fmla="*/ 1751838 w 1781175"/>
                <a:gd name="connsiteY17" fmla="*/ 3441287 h 3705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81175" h="3705225" extrusionOk="0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8" name="Полилиния: фигура 14">
              <a:extLst>
                <a:ext uri="{FF2B5EF4-FFF2-40B4-BE49-F238E27FC236}">
                  <a16:creationId xmlns:a16="http://schemas.microsoft.com/office/drawing/2014/main" id="{39114CD6-17DE-40DE-A2D9-EA16FC3AD1DA}"/>
                </a:ext>
              </a:extLst>
            </p:cNvPr>
            <p:cNvSpPr/>
            <p:nvPr/>
          </p:nvSpPr>
          <p:spPr bwMode="auto">
            <a:xfrm>
              <a:off x="5274850" y="1574276"/>
              <a:ext cx="1704975" cy="295274"/>
            </a:xfrm>
            <a:custGeom>
              <a:avLst/>
              <a:gdLst>
                <a:gd name="connsiteX0" fmla="*/ 7144 w 1704975"/>
                <a:gd name="connsiteY0" fmla="*/ 93266 h 295275"/>
                <a:gd name="connsiteX1" fmla="*/ 201454 w 1704975"/>
                <a:gd name="connsiteY1" fmla="*/ 13256 h 295275"/>
                <a:gd name="connsiteX2" fmla="*/ 1404271 w 1704975"/>
                <a:gd name="connsiteY2" fmla="*/ 15637 h 295275"/>
                <a:gd name="connsiteX3" fmla="*/ 1703832 w 1704975"/>
                <a:gd name="connsiteY3" fmla="*/ 292815 h 295275"/>
                <a:gd name="connsiteX4" fmla="*/ 1602772 w 1704975"/>
                <a:gd name="connsiteY4" fmla="*/ 64596 h 295275"/>
                <a:gd name="connsiteX5" fmla="*/ 1423987 w 1704975"/>
                <a:gd name="connsiteY5" fmla="*/ 8874 h 295275"/>
                <a:gd name="connsiteX6" fmla="*/ 202787 w 1704975"/>
                <a:gd name="connsiteY6" fmla="*/ 8874 h 295275"/>
                <a:gd name="connsiteX7" fmla="*/ 7144 w 1704975"/>
                <a:gd name="connsiteY7" fmla="*/ 93266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 extrusionOk="0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19" name="Полилиния: фигура 15">
              <a:extLst>
                <a:ext uri="{FF2B5EF4-FFF2-40B4-BE49-F238E27FC236}">
                  <a16:creationId xmlns:a16="http://schemas.microsoft.com/office/drawing/2014/main" id="{B048C1EC-4658-4B05-A4C2-9BC31B36647A}"/>
                </a:ext>
              </a:extLst>
            </p:cNvPr>
            <p:cNvSpPr/>
            <p:nvPr/>
          </p:nvSpPr>
          <p:spPr bwMode="auto">
            <a:xfrm>
              <a:off x="5232368" y="1598295"/>
              <a:ext cx="1733550" cy="3657600"/>
            </a:xfrm>
            <a:custGeom>
              <a:avLst/>
              <a:gdLst>
                <a:gd name="connsiteX0" fmla="*/ 1492758 w 1733550"/>
                <a:gd name="connsiteY0" fmla="*/ 7144 h 3657600"/>
                <a:gd name="connsiteX1" fmla="*/ 241935 w 1733550"/>
                <a:gd name="connsiteY1" fmla="*/ 7144 h 3657600"/>
                <a:gd name="connsiteX2" fmla="*/ 7144 w 1733550"/>
                <a:gd name="connsiteY2" fmla="*/ 241935 h 3657600"/>
                <a:gd name="connsiteX3" fmla="*/ 7144 w 1733550"/>
                <a:gd name="connsiteY3" fmla="*/ 3416999 h 3657600"/>
                <a:gd name="connsiteX4" fmla="*/ 241935 w 1733550"/>
                <a:gd name="connsiteY4" fmla="*/ 3651790 h 3657600"/>
                <a:gd name="connsiteX5" fmla="*/ 1492758 w 1733550"/>
                <a:gd name="connsiteY5" fmla="*/ 3651790 h 3657600"/>
                <a:gd name="connsiteX6" fmla="*/ 1727549 w 1733550"/>
                <a:gd name="connsiteY6" fmla="*/ 3416999 h 3657600"/>
                <a:gd name="connsiteX7" fmla="*/ 1727549 w 1733550"/>
                <a:gd name="connsiteY7" fmla="*/ 241935 h 3657600"/>
                <a:gd name="connsiteX8" fmla="*/ 1492758 w 1733550"/>
                <a:gd name="connsiteY8" fmla="*/ 7144 h 3657600"/>
                <a:gd name="connsiteX9" fmla="*/ 1715357 w 1733550"/>
                <a:gd name="connsiteY9" fmla="*/ 3409950 h 3657600"/>
                <a:gd name="connsiteX10" fmla="*/ 1485614 w 1733550"/>
                <a:gd name="connsiteY10" fmla="*/ 3639693 h 3657600"/>
                <a:gd name="connsiteX11" fmla="*/ 248984 w 1733550"/>
                <a:gd name="connsiteY11" fmla="*/ 3639693 h 3657600"/>
                <a:gd name="connsiteX12" fmla="*/ 19241 w 1733550"/>
                <a:gd name="connsiteY12" fmla="*/ 3409950 h 3657600"/>
                <a:gd name="connsiteX13" fmla="*/ 19241 w 1733550"/>
                <a:gd name="connsiteY13" fmla="*/ 248984 h 3657600"/>
                <a:gd name="connsiteX14" fmla="*/ 248984 w 1733550"/>
                <a:gd name="connsiteY14" fmla="*/ 19336 h 3657600"/>
                <a:gd name="connsiteX15" fmla="*/ 1485710 w 1733550"/>
                <a:gd name="connsiteY15" fmla="*/ 19336 h 3657600"/>
                <a:gd name="connsiteX16" fmla="*/ 1715452 w 1733550"/>
                <a:gd name="connsiteY16" fmla="*/ 249079 h 3657600"/>
                <a:gd name="connsiteX17" fmla="*/ 1715452 w 1733550"/>
                <a:gd name="connsiteY17" fmla="*/ 340995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33550" h="3657600" extrusionOk="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0" name="Полилиния: фигура 16">
              <a:extLst>
                <a:ext uri="{FF2B5EF4-FFF2-40B4-BE49-F238E27FC236}">
                  <a16:creationId xmlns:a16="http://schemas.microsoft.com/office/drawing/2014/main" id="{78BD6BFC-82DF-4AE7-A6CC-19088DF95323}"/>
                </a:ext>
              </a:extLst>
            </p:cNvPr>
            <p:cNvSpPr/>
            <p:nvPr/>
          </p:nvSpPr>
          <p:spPr bwMode="auto">
            <a:xfrm>
              <a:off x="5231225" y="1597057"/>
              <a:ext cx="1733550" cy="3657600"/>
            </a:xfrm>
            <a:custGeom>
              <a:avLst/>
              <a:gdLst>
                <a:gd name="connsiteX0" fmla="*/ 1493996 w 1733550"/>
                <a:gd name="connsiteY0" fmla="*/ 3654266 h 3657600"/>
                <a:gd name="connsiteX1" fmla="*/ 243078 w 1733550"/>
                <a:gd name="connsiteY1" fmla="*/ 3654266 h 3657600"/>
                <a:gd name="connsiteX2" fmla="*/ 7144 w 1733550"/>
                <a:gd name="connsiteY2" fmla="*/ 3418237 h 3657600"/>
                <a:gd name="connsiteX3" fmla="*/ 7144 w 1733550"/>
                <a:gd name="connsiteY3" fmla="*/ 243173 h 3657600"/>
                <a:gd name="connsiteX4" fmla="*/ 243078 w 1733550"/>
                <a:gd name="connsiteY4" fmla="*/ 7144 h 3657600"/>
                <a:gd name="connsiteX5" fmla="*/ 1493996 w 1733550"/>
                <a:gd name="connsiteY5" fmla="*/ 7144 h 3657600"/>
                <a:gd name="connsiteX6" fmla="*/ 1729931 w 1733550"/>
                <a:gd name="connsiteY6" fmla="*/ 243078 h 3657600"/>
                <a:gd name="connsiteX7" fmla="*/ 1729931 w 1733550"/>
                <a:gd name="connsiteY7" fmla="*/ 3418142 h 3657600"/>
                <a:gd name="connsiteX8" fmla="*/ 1493996 w 1733550"/>
                <a:gd name="connsiteY8" fmla="*/ 3654171 h 3657600"/>
                <a:gd name="connsiteX9" fmla="*/ 243078 w 1733550"/>
                <a:gd name="connsiteY9" fmla="*/ 9525 h 3657600"/>
                <a:gd name="connsiteX10" fmla="*/ 9430 w 1733550"/>
                <a:gd name="connsiteY10" fmla="*/ 243173 h 3657600"/>
                <a:gd name="connsiteX11" fmla="*/ 9430 w 1733550"/>
                <a:gd name="connsiteY11" fmla="*/ 3418237 h 3657600"/>
                <a:gd name="connsiteX12" fmla="*/ 242983 w 1733550"/>
                <a:gd name="connsiteY12" fmla="*/ 3651885 h 3657600"/>
                <a:gd name="connsiteX13" fmla="*/ 1493901 w 1733550"/>
                <a:gd name="connsiteY13" fmla="*/ 3651885 h 3657600"/>
                <a:gd name="connsiteX14" fmla="*/ 1727454 w 1733550"/>
                <a:gd name="connsiteY14" fmla="*/ 3418237 h 3657600"/>
                <a:gd name="connsiteX15" fmla="*/ 1727454 w 1733550"/>
                <a:gd name="connsiteY15" fmla="*/ 243173 h 3657600"/>
                <a:gd name="connsiteX16" fmla="*/ 1493901 w 1733550"/>
                <a:gd name="connsiteY16" fmla="*/ 9620 h 3657600"/>
                <a:gd name="connsiteX17" fmla="*/ 243078 w 1733550"/>
                <a:gd name="connsiteY17" fmla="*/ 9620 h 3657600"/>
                <a:gd name="connsiteX18" fmla="*/ 1486853 w 1733550"/>
                <a:gd name="connsiteY18" fmla="*/ 3642074 h 3657600"/>
                <a:gd name="connsiteX19" fmla="*/ 250127 w 1733550"/>
                <a:gd name="connsiteY19" fmla="*/ 3642074 h 3657600"/>
                <a:gd name="connsiteX20" fmla="*/ 19241 w 1733550"/>
                <a:gd name="connsiteY20" fmla="*/ 3411188 h 3657600"/>
                <a:gd name="connsiteX21" fmla="*/ 19241 w 1733550"/>
                <a:gd name="connsiteY21" fmla="*/ 250222 h 3657600"/>
                <a:gd name="connsiteX22" fmla="*/ 250127 w 1733550"/>
                <a:gd name="connsiteY22" fmla="*/ 19336 h 3657600"/>
                <a:gd name="connsiteX23" fmla="*/ 1486853 w 1733550"/>
                <a:gd name="connsiteY23" fmla="*/ 19336 h 3657600"/>
                <a:gd name="connsiteX24" fmla="*/ 1717739 w 1733550"/>
                <a:gd name="connsiteY24" fmla="*/ 250222 h 3657600"/>
                <a:gd name="connsiteX25" fmla="*/ 1717739 w 1733550"/>
                <a:gd name="connsiteY25" fmla="*/ 3411093 h 3657600"/>
                <a:gd name="connsiteX26" fmla="*/ 1486853 w 1733550"/>
                <a:gd name="connsiteY26" fmla="*/ 3641979 h 3657600"/>
                <a:gd name="connsiteX27" fmla="*/ 250127 w 1733550"/>
                <a:gd name="connsiteY27" fmla="*/ 21717 h 3657600"/>
                <a:gd name="connsiteX28" fmla="*/ 21622 w 1733550"/>
                <a:gd name="connsiteY28" fmla="*/ 250222 h 3657600"/>
                <a:gd name="connsiteX29" fmla="*/ 21622 w 1733550"/>
                <a:gd name="connsiteY29" fmla="*/ 3411093 h 3657600"/>
                <a:gd name="connsiteX30" fmla="*/ 250127 w 1733550"/>
                <a:gd name="connsiteY30" fmla="*/ 3639598 h 3657600"/>
                <a:gd name="connsiteX31" fmla="*/ 1486853 w 1733550"/>
                <a:gd name="connsiteY31" fmla="*/ 3639598 h 3657600"/>
                <a:gd name="connsiteX32" fmla="*/ 1715357 w 1733550"/>
                <a:gd name="connsiteY32" fmla="*/ 3411093 h 3657600"/>
                <a:gd name="connsiteX33" fmla="*/ 1715357 w 1733550"/>
                <a:gd name="connsiteY33" fmla="*/ 250222 h 3657600"/>
                <a:gd name="connsiteX34" fmla="*/ 1486853 w 1733550"/>
                <a:gd name="connsiteY34" fmla="*/ 21717 h 3657600"/>
                <a:gd name="connsiteX35" fmla="*/ 250127 w 1733550"/>
                <a:gd name="connsiteY35" fmla="*/ 21717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33550" h="3657600" extrusionOk="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1" name="Полилиния: фигура 17">
              <a:extLst>
                <a:ext uri="{FF2B5EF4-FFF2-40B4-BE49-F238E27FC236}">
                  <a16:creationId xmlns:a16="http://schemas.microsoft.com/office/drawing/2014/main" id="{F015563F-4BB2-457F-B5E9-D9F0EBE2323B}"/>
                </a:ext>
              </a:extLst>
            </p:cNvPr>
            <p:cNvSpPr/>
            <p:nvPr/>
          </p:nvSpPr>
          <p:spPr bwMode="auto">
            <a:xfrm>
              <a:off x="5274850" y="4979578"/>
              <a:ext cx="1704975" cy="295274"/>
            </a:xfrm>
            <a:custGeom>
              <a:avLst/>
              <a:gdLst>
                <a:gd name="connsiteX0" fmla="*/ 7144 w 1704975"/>
                <a:gd name="connsiteY0" fmla="*/ 208404 h 295275"/>
                <a:gd name="connsiteX1" fmla="*/ 201454 w 1704975"/>
                <a:gd name="connsiteY1" fmla="*/ 288318 h 295275"/>
                <a:gd name="connsiteX2" fmla="*/ 1404271 w 1704975"/>
                <a:gd name="connsiteY2" fmla="*/ 285937 h 295275"/>
                <a:gd name="connsiteX3" fmla="*/ 1703832 w 1704975"/>
                <a:gd name="connsiteY3" fmla="*/ 8760 h 295275"/>
                <a:gd name="connsiteX4" fmla="*/ 1602772 w 1704975"/>
                <a:gd name="connsiteY4" fmla="*/ 236979 h 295275"/>
                <a:gd name="connsiteX5" fmla="*/ 1423987 w 1704975"/>
                <a:gd name="connsiteY5" fmla="*/ 292700 h 295275"/>
                <a:gd name="connsiteX6" fmla="*/ 202787 w 1704975"/>
                <a:gd name="connsiteY6" fmla="*/ 292700 h 295275"/>
                <a:gd name="connsiteX7" fmla="*/ 7144 w 1704975"/>
                <a:gd name="connsiteY7" fmla="*/ 20840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 extrusionOk="0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2" name="Полилиния: фигура 18">
              <a:extLst>
                <a:ext uri="{FF2B5EF4-FFF2-40B4-BE49-F238E27FC236}">
                  <a16:creationId xmlns:a16="http://schemas.microsoft.com/office/drawing/2014/main" id="{F1DEED77-6CDD-4FE3-ADB2-0698A57DC5E8}"/>
                </a:ext>
              </a:extLst>
            </p:cNvPr>
            <p:cNvSpPr/>
            <p:nvPr/>
          </p:nvSpPr>
          <p:spPr bwMode="auto">
            <a:xfrm>
              <a:off x="6977063" y="2346579"/>
              <a:ext cx="19050" cy="400050"/>
            </a:xfrm>
            <a:custGeom>
              <a:avLst/>
              <a:gdLst>
                <a:gd name="connsiteX0" fmla="*/ 7144 w 19050"/>
                <a:gd name="connsiteY0" fmla="*/ 7144 h 400050"/>
                <a:gd name="connsiteX1" fmla="*/ 12763 w 19050"/>
                <a:gd name="connsiteY1" fmla="*/ 7144 h 400050"/>
                <a:gd name="connsiteX2" fmla="*/ 12763 w 19050"/>
                <a:gd name="connsiteY2" fmla="*/ 402241 h 400050"/>
                <a:gd name="connsiteX3" fmla="*/ 7144 w 19050"/>
                <a:gd name="connsiteY3" fmla="*/ 402241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400050" extrusionOk="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3" name="Полилиния: фигура 19">
              <a:extLst>
                <a:ext uri="{FF2B5EF4-FFF2-40B4-BE49-F238E27FC236}">
                  <a16:creationId xmlns:a16="http://schemas.microsoft.com/office/drawing/2014/main" id="{9C9A7801-BA22-4197-80DC-6B390B984A84}"/>
                </a:ext>
              </a:extLst>
            </p:cNvPr>
            <p:cNvSpPr/>
            <p:nvPr/>
          </p:nvSpPr>
          <p:spPr bwMode="auto">
            <a:xfrm>
              <a:off x="6982778" y="2346674"/>
              <a:ext cx="9525" cy="400050"/>
            </a:xfrm>
            <a:custGeom>
              <a:avLst/>
              <a:gdLst>
                <a:gd name="connsiteX0" fmla="*/ 7144 w 9525"/>
                <a:gd name="connsiteY0" fmla="*/ 402145 h 400050"/>
                <a:gd name="connsiteX1" fmla="*/ 7144 w 9525"/>
                <a:gd name="connsiteY1" fmla="*/ 7144 h 400050"/>
                <a:gd name="connsiteX2" fmla="*/ 10001 w 9525"/>
                <a:gd name="connsiteY2" fmla="*/ 10573 h 400050"/>
                <a:gd name="connsiteX3" fmla="*/ 10001 w 9525"/>
                <a:gd name="connsiteY3" fmla="*/ 398717 h 400050"/>
                <a:gd name="connsiteX4" fmla="*/ 7144 w 9525"/>
                <a:gd name="connsiteY4" fmla="*/ 402145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400050" extrusionOk="0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4" name="Полилиния: фигура 20">
              <a:extLst>
                <a:ext uri="{FF2B5EF4-FFF2-40B4-BE49-F238E27FC236}">
                  <a16:creationId xmlns:a16="http://schemas.microsoft.com/office/drawing/2014/main" id="{FCBE7217-0578-43AE-832F-759640A48DEE}"/>
                </a:ext>
              </a:extLst>
            </p:cNvPr>
            <p:cNvSpPr/>
            <p:nvPr/>
          </p:nvSpPr>
          <p:spPr bwMode="auto">
            <a:xfrm>
              <a:off x="5196363" y="2346579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5" name="Полилиния: фигура 21">
              <a:extLst>
                <a:ext uri="{FF2B5EF4-FFF2-40B4-BE49-F238E27FC236}">
                  <a16:creationId xmlns:a16="http://schemas.microsoft.com/office/drawing/2014/main" id="{4124C3FB-542C-42D4-ACA9-BF41AB41CDD1}"/>
                </a:ext>
              </a:extLst>
            </p:cNvPr>
            <p:cNvSpPr/>
            <p:nvPr/>
          </p:nvSpPr>
          <p:spPr bwMode="auto">
            <a:xfrm>
              <a:off x="5193506" y="2346674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 extrusionOk="0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6" name="Полилиния: фигура 22">
              <a:extLst>
                <a:ext uri="{FF2B5EF4-FFF2-40B4-BE49-F238E27FC236}">
                  <a16:creationId xmlns:a16="http://schemas.microsoft.com/office/drawing/2014/main" id="{12D23C2C-E993-40C6-92B2-1AB69812E757}"/>
                </a:ext>
              </a:extLst>
            </p:cNvPr>
            <p:cNvSpPr/>
            <p:nvPr/>
          </p:nvSpPr>
          <p:spPr bwMode="auto">
            <a:xfrm>
              <a:off x="5201984" y="2346674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7" name="Полилиния: фигура 23">
              <a:extLst>
                <a:ext uri="{FF2B5EF4-FFF2-40B4-BE49-F238E27FC236}">
                  <a16:creationId xmlns:a16="http://schemas.microsoft.com/office/drawing/2014/main" id="{05BC7184-0146-434B-A31A-4D8EF1AA98EF}"/>
                </a:ext>
              </a:extLst>
            </p:cNvPr>
            <p:cNvSpPr/>
            <p:nvPr/>
          </p:nvSpPr>
          <p:spPr bwMode="auto">
            <a:xfrm>
              <a:off x="5196364" y="2679572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8" name="Полилиния: фигура 24">
              <a:extLst>
                <a:ext uri="{FF2B5EF4-FFF2-40B4-BE49-F238E27FC236}">
                  <a16:creationId xmlns:a16="http://schemas.microsoft.com/office/drawing/2014/main" id="{A96723CB-823E-45FC-AD37-D4D305D1D0D5}"/>
                </a:ext>
              </a:extLst>
            </p:cNvPr>
            <p:cNvSpPr/>
            <p:nvPr/>
          </p:nvSpPr>
          <p:spPr bwMode="auto">
            <a:xfrm>
              <a:off x="5193506" y="2679668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 extrusionOk="0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29" name="Полилиния: фигура 25">
              <a:extLst>
                <a:ext uri="{FF2B5EF4-FFF2-40B4-BE49-F238E27FC236}">
                  <a16:creationId xmlns:a16="http://schemas.microsoft.com/office/drawing/2014/main" id="{43659A5D-8050-4C71-B645-51F120688CE1}"/>
                </a:ext>
              </a:extLst>
            </p:cNvPr>
            <p:cNvSpPr/>
            <p:nvPr/>
          </p:nvSpPr>
          <p:spPr bwMode="auto">
            <a:xfrm>
              <a:off x="5201984" y="2679572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30" name="Полилиния: фигура 26">
              <a:extLst>
                <a:ext uri="{FF2B5EF4-FFF2-40B4-BE49-F238E27FC236}">
                  <a16:creationId xmlns:a16="http://schemas.microsoft.com/office/drawing/2014/main" id="{9505F33F-3646-44D6-90D2-FB3E5ABEC9FA}"/>
                </a:ext>
              </a:extLst>
            </p:cNvPr>
            <p:cNvSpPr/>
            <p:nvPr/>
          </p:nvSpPr>
          <p:spPr bwMode="auto">
            <a:xfrm>
              <a:off x="5196364" y="2032159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2764 w 19050"/>
                <a:gd name="connsiteY1" fmla="*/ 7144 h 152400"/>
                <a:gd name="connsiteX2" fmla="*/ 12764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3B3B3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31" name="Полилиния: фигура 27">
              <a:extLst>
                <a:ext uri="{FF2B5EF4-FFF2-40B4-BE49-F238E27FC236}">
                  <a16:creationId xmlns:a16="http://schemas.microsoft.com/office/drawing/2014/main" id="{0DEEFC40-120D-4DA8-8C9F-66EE3087F705}"/>
                </a:ext>
              </a:extLst>
            </p:cNvPr>
            <p:cNvSpPr/>
            <p:nvPr/>
          </p:nvSpPr>
          <p:spPr bwMode="auto">
            <a:xfrm>
              <a:off x="5193506" y="2032254"/>
              <a:ext cx="9525" cy="152400"/>
            </a:xfrm>
            <a:custGeom>
              <a:avLst/>
              <a:gdLst>
                <a:gd name="connsiteX0" fmla="*/ 10001 w 9525"/>
                <a:gd name="connsiteY0" fmla="*/ 151162 h 152400"/>
                <a:gd name="connsiteX1" fmla="*/ 10001 w 9525"/>
                <a:gd name="connsiteY1" fmla="*/ 7144 h 152400"/>
                <a:gd name="connsiteX2" fmla="*/ 7144 w 9525"/>
                <a:gd name="connsiteY2" fmla="*/ 10573 h 152400"/>
                <a:gd name="connsiteX3" fmla="*/ 7144 w 9525"/>
                <a:gd name="connsiteY3" fmla="*/ 147733 h 152400"/>
                <a:gd name="connsiteX4" fmla="*/ 10001 w 9525"/>
                <a:gd name="connsiteY4" fmla="*/ 151162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152400" extrusionOk="0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32" name="Полилиния: фигура 28">
              <a:extLst>
                <a:ext uri="{FF2B5EF4-FFF2-40B4-BE49-F238E27FC236}">
                  <a16:creationId xmlns:a16="http://schemas.microsoft.com/office/drawing/2014/main" id="{D1B2BE80-0BE0-45CA-BC1E-E8A59B6F9FE2}"/>
                </a:ext>
              </a:extLst>
            </p:cNvPr>
            <p:cNvSpPr/>
            <p:nvPr/>
          </p:nvSpPr>
          <p:spPr bwMode="auto">
            <a:xfrm>
              <a:off x="5201984" y="2032254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3240 w 19050"/>
                <a:gd name="connsiteY1" fmla="*/ 7144 h 152400"/>
                <a:gd name="connsiteX2" fmla="*/ 13240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33" name="Полилиния: фигура 29">
              <a:extLst>
                <a:ext uri="{FF2B5EF4-FFF2-40B4-BE49-F238E27FC236}">
                  <a16:creationId xmlns:a16="http://schemas.microsoft.com/office/drawing/2014/main" id="{E3283933-3807-4FA6-B990-7E00A1A33AD4}"/>
                </a:ext>
              </a:extLst>
            </p:cNvPr>
            <p:cNvSpPr/>
            <p:nvPr/>
          </p:nvSpPr>
          <p:spPr bwMode="auto">
            <a:xfrm>
              <a:off x="5989398" y="5260657"/>
              <a:ext cx="219074" cy="19050"/>
            </a:xfrm>
            <a:custGeom>
              <a:avLst/>
              <a:gdLst>
                <a:gd name="connsiteX0" fmla="*/ 197851 w 219075"/>
                <a:gd name="connsiteY0" fmla="*/ 7144 h 19050"/>
                <a:gd name="connsiteX1" fmla="*/ 22782 w 219075"/>
                <a:gd name="connsiteY1" fmla="*/ 7144 h 19050"/>
                <a:gd name="connsiteX2" fmla="*/ 15162 w 219075"/>
                <a:gd name="connsiteY2" fmla="*/ 8192 h 19050"/>
                <a:gd name="connsiteX3" fmla="*/ 7446 w 219075"/>
                <a:gd name="connsiteY3" fmla="*/ 11525 h 19050"/>
                <a:gd name="connsiteX4" fmla="*/ 15066 w 219075"/>
                <a:gd name="connsiteY4" fmla="*/ 13430 h 19050"/>
                <a:gd name="connsiteX5" fmla="*/ 205662 w 219075"/>
                <a:gd name="connsiteY5" fmla="*/ 13430 h 19050"/>
                <a:gd name="connsiteX6" fmla="*/ 213282 w 219075"/>
                <a:gd name="connsiteY6" fmla="*/ 11525 h 19050"/>
                <a:gd name="connsiteX7" fmla="*/ 205566 w 219075"/>
                <a:gd name="connsiteY7" fmla="*/ 8192 h 19050"/>
                <a:gd name="connsiteX8" fmla="*/ 197946 w 219075"/>
                <a:gd name="connsiteY8" fmla="*/ 714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9075" h="19050" extrusionOk="0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34" name="Полилиния: фигура 30">
              <a:extLst>
                <a:ext uri="{FF2B5EF4-FFF2-40B4-BE49-F238E27FC236}">
                  <a16:creationId xmlns:a16="http://schemas.microsoft.com/office/drawing/2014/main" id="{DD1CE1D5-A56F-4D0C-B49F-0D66566D163E}"/>
                </a:ext>
              </a:extLst>
            </p:cNvPr>
            <p:cNvSpPr/>
            <p:nvPr/>
          </p:nvSpPr>
          <p:spPr bwMode="auto">
            <a:xfrm>
              <a:off x="5865400" y="1648968"/>
              <a:ext cx="457200" cy="142875"/>
            </a:xfrm>
            <a:custGeom>
              <a:avLst/>
              <a:gdLst>
                <a:gd name="connsiteX0" fmla="*/ 390620 w 457200"/>
                <a:gd name="connsiteY0" fmla="*/ 136970 h 142875"/>
                <a:gd name="connsiteX1" fmla="*/ 72009 w 457200"/>
                <a:gd name="connsiteY1" fmla="*/ 136970 h 142875"/>
                <a:gd name="connsiteX2" fmla="*/ 7144 w 457200"/>
                <a:gd name="connsiteY2" fmla="*/ 72009 h 142875"/>
                <a:gd name="connsiteX3" fmla="*/ 7144 w 457200"/>
                <a:gd name="connsiteY3" fmla="*/ 72009 h 142875"/>
                <a:gd name="connsiteX4" fmla="*/ 72009 w 457200"/>
                <a:gd name="connsiteY4" fmla="*/ 7144 h 142875"/>
                <a:gd name="connsiteX5" fmla="*/ 390620 w 457200"/>
                <a:gd name="connsiteY5" fmla="*/ 7144 h 142875"/>
                <a:gd name="connsiteX6" fmla="*/ 455486 w 457200"/>
                <a:gd name="connsiteY6" fmla="*/ 72009 h 142875"/>
                <a:gd name="connsiteX7" fmla="*/ 455486 w 457200"/>
                <a:gd name="connsiteY7" fmla="*/ 72009 h 142875"/>
                <a:gd name="connsiteX8" fmla="*/ 390620 w 457200"/>
                <a:gd name="connsiteY8" fmla="*/ 13697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142875" extrusionOk="0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35" name="Полилиния: фигура 31">
              <a:extLst>
                <a:ext uri="{FF2B5EF4-FFF2-40B4-BE49-F238E27FC236}">
                  <a16:creationId xmlns:a16="http://schemas.microsoft.com/office/drawing/2014/main" id="{00DEA2F8-B0EE-4D4B-B7EC-05034B56D80A}"/>
                </a:ext>
              </a:extLst>
            </p:cNvPr>
            <p:cNvSpPr/>
            <p:nvPr/>
          </p:nvSpPr>
          <p:spPr bwMode="auto">
            <a:xfrm>
              <a:off x="6202585" y="1685544"/>
              <a:ext cx="66675" cy="66675"/>
            </a:xfrm>
            <a:custGeom>
              <a:avLst/>
              <a:gdLst>
                <a:gd name="connsiteX0" fmla="*/ 63913 w 66675"/>
                <a:gd name="connsiteY0" fmla="*/ 35528 h 66675"/>
                <a:gd name="connsiteX1" fmla="*/ 35528 w 66675"/>
                <a:gd name="connsiteY1" fmla="*/ 63913 h 66675"/>
                <a:gd name="connsiteX2" fmla="*/ 7144 w 66675"/>
                <a:gd name="connsiteY2" fmla="*/ 35528 h 66675"/>
                <a:gd name="connsiteX3" fmla="*/ 35528 w 66675"/>
                <a:gd name="connsiteY3" fmla="*/ 7144 h 66675"/>
                <a:gd name="connsiteX4" fmla="*/ 63913 w 66675"/>
                <a:gd name="connsiteY4" fmla="*/ 3552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 extrusionOk="0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pic>
          <p:nvPicPr>
            <p:cNvPr id="36" name="Рисунок 35">
              <a:extLst>
                <a:ext uri="{FF2B5EF4-FFF2-40B4-BE49-F238E27FC236}">
                  <a16:creationId xmlns:a16="http://schemas.microsoft.com/office/drawing/2014/main" id="{2B414B48-4574-4BCC-A578-566D9FD8F7D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tretch/>
          </p:blipFill>
          <p:spPr bwMode="auto">
            <a:xfrm>
              <a:off x="6210967" y="1694212"/>
              <a:ext cx="57150" cy="47625"/>
            </a:xfrm>
            <a:custGeom>
              <a:avLst/>
              <a:gdLst>
                <a:gd name="connsiteX0" fmla="*/ 0 w 57150"/>
                <a:gd name="connsiteY0" fmla="*/ 0 h 47625"/>
                <a:gd name="connsiteX1" fmla="*/ 57150 w 57150"/>
                <a:gd name="connsiteY1" fmla="*/ 0 h 47625"/>
                <a:gd name="connsiteX2" fmla="*/ 57150 w 57150"/>
                <a:gd name="connsiteY2" fmla="*/ 57150 h 47625"/>
                <a:gd name="connsiteX3" fmla="*/ 0 w 57150"/>
                <a:gd name="connsiteY3" fmla="*/ 5715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47625" extrusionOk="0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ln/>
          </p:spPr>
        </p:pic>
        <p:sp>
          <p:nvSpPr>
            <p:cNvPr id="37" name="Полилиния: фигура 33">
              <a:extLst>
                <a:ext uri="{FF2B5EF4-FFF2-40B4-BE49-F238E27FC236}">
                  <a16:creationId xmlns:a16="http://schemas.microsoft.com/office/drawing/2014/main" id="{76523D3A-D492-4C6E-A11C-DDAF25544C22}"/>
                </a:ext>
              </a:extLst>
            </p:cNvPr>
            <p:cNvSpPr/>
            <p:nvPr/>
          </p:nvSpPr>
          <p:spPr bwMode="auto">
            <a:xfrm>
              <a:off x="6214777" y="1697736"/>
              <a:ext cx="38100" cy="38100"/>
            </a:xfrm>
            <a:custGeom>
              <a:avLst/>
              <a:gdLst>
                <a:gd name="connsiteX0" fmla="*/ 39529 w 38100"/>
                <a:gd name="connsiteY0" fmla="*/ 23336 h 38100"/>
                <a:gd name="connsiteX1" fmla="*/ 23336 w 38100"/>
                <a:gd name="connsiteY1" fmla="*/ 39529 h 38100"/>
                <a:gd name="connsiteX2" fmla="*/ 7144 w 38100"/>
                <a:gd name="connsiteY2" fmla="*/ 23336 h 38100"/>
                <a:gd name="connsiteX3" fmla="*/ 23336 w 38100"/>
                <a:gd name="connsiteY3" fmla="*/ 7144 h 38100"/>
                <a:gd name="connsiteX4" fmla="*/ 39529 w 38100"/>
                <a:gd name="connsiteY4" fmla="*/ 23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extrusionOk="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38" name="Полилиния: фигура 34">
              <a:extLst>
                <a:ext uri="{FF2B5EF4-FFF2-40B4-BE49-F238E27FC236}">
                  <a16:creationId xmlns:a16="http://schemas.microsoft.com/office/drawing/2014/main" id="{495DA4B5-5726-4399-8168-A2B5785027B8}"/>
                </a:ext>
              </a:extLst>
            </p:cNvPr>
            <p:cNvSpPr/>
            <p:nvPr/>
          </p:nvSpPr>
          <p:spPr bwMode="auto"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extrusionOk="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39" name="Полилиния: фигура 35">
              <a:extLst>
                <a:ext uri="{FF2B5EF4-FFF2-40B4-BE49-F238E27FC236}">
                  <a16:creationId xmlns:a16="http://schemas.microsoft.com/office/drawing/2014/main" id="{CEC399C6-BFE6-4FA3-94C0-D57A1098387E}"/>
                </a:ext>
              </a:extLst>
            </p:cNvPr>
            <p:cNvSpPr/>
            <p:nvPr/>
          </p:nvSpPr>
          <p:spPr bwMode="auto"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extrusionOk="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40" name="Полилиния: фигура 36">
              <a:extLst>
                <a:ext uri="{FF2B5EF4-FFF2-40B4-BE49-F238E27FC236}">
                  <a16:creationId xmlns:a16="http://schemas.microsoft.com/office/drawing/2014/main" id="{2C995488-EC51-4F9C-B44D-551D034F09E6}"/>
                </a:ext>
              </a:extLst>
            </p:cNvPr>
            <p:cNvSpPr/>
            <p:nvPr/>
          </p:nvSpPr>
          <p:spPr bwMode="auto">
            <a:xfrm>
              <a:off x="6233635" y="1716215"/>
              <a:ext cx="19050" cy="19050"/>
            </a:xfrm>
            <a:custGeom>
              <a:avLst/>
              <a:gdLst>
                <a:gd name="connsiteX0" fmla="*/ 17240 w 19050"/>
                <a:gd name="connsiteY0" fmla="*/ 12192 h 19050"/>
                <a:gd name="connsiteX1" fmla="*/ 12192 w 19050"/>
                <a:gd name="connsiteY1" fmla="*/ 7144 h 19050"/>
                <a:gd name="connsiteX2" fmla="*/ 7144 w 19050"/>
                <a:gd name="connsiteY2" fmla="*/ 12192 h 19050"/>
                <a:gd name="connsiteX3" fmla="*/ 12192 w 19050"/>
                <a:gd name="connsiteY3" fmla="*/ 17240 h 19050"/>
                <a:gd name="connsiteX4" fmla="*/ 17240 w 19050"/>
                <a:gd name="connsiteY4" fmla="*/ 1219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 extrusionOk="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</p:grpSp>
      <p:grpSp>
        <p:nvGrpSpPr>
          <p:cNvPr id="41" name="Группа 171">
            <a:extLst>
              <a:ext uri="{FF2B5EF4-FFF2-40B4-BE49-F238E27FC236}">
                <a16:creationId xmlns:a16="http://schemas.microsoft.com/office/drawing/2014/main" id="{D6903489-0B83-4E04-B9EF-6C2E1CFA8092}"/>
              </a:ext>
            </a:extLst>
          </p:cNvPr>
          <p:cNvGrpSpPr/>
          <p:nvPr/>
        </p:nvGrpSpPr>
        <p:grpSpPr bwMode="auto">
          <a:xfrm>
            <a:off x="6699146" y="1096813"/>
            <a:ext cx="1821822" cy="3745203"/>
            <a:chOff x="5193506" y="1574006"/>
            <a:chExt cx="1802607" cy="3705701"/>
          </a:xfrm>
        </p:grpSpPr>
        <p:sp>
          <p:nvSpPr>
            <p:cNvPr id="42" name="Полилиния: фигура 13">
              <a:extLst>
                <a:ext uri="{FF2B5EF4-FFF2-40B4-BE49-F238E27FC236}">
                  <a16:creationId xmlns:a16="http://schemas.microsoft.com/office/drawing/2014/main" id="{605D1DA9-F351-4A9E-8E98-58DF1DB6CC03}"/>
                </a:ext>
              </a:extLst>
            </p:cNvPr>
            <p:cNvSpPr/>
            <p:nvPr/>
          </p:nvSpPr>
          <p:spPr bwMode="auto">
            <a:xfrm>
              <a:off x="5208079" y="1574006"/>
              <a:ext cx="1781175" cy="3705225"/>
            </a:xfrm>
            <a:custGeom>
              <a:avLst/>
              <a:gdLst>
                <a:gd name="connsiteX0" fmla="*/ 1525905 w 1781175"/>
                <a:gd name="connsiteY0" fmla="*/ 7144 h 3705225"/>
                <a:gd name="connsiteX1" fmla="*/ 257461 w 1781175"/>
                <a:gd name="connsiteY1" fmla="*/ 7144 h 3705225"/>
                <a:gd name="connsiteX2" fmla="*/ 7144 w 1781175"/>
                <a:gd name="connsiteY2" fmla="*/ 257461 h 3705225"/>
                <a:gd name="connsiteX3" fmla="*/ 7144 w 1781175"/>
                <a:gd name="connsiteY3" fmla="*/ 3450050 h 3705225"/>
                <a:gd name="connsiteX4" fmla="*/ 257461 w 1781175"/>
                <a:gd name="connsiteY4" fmla="*/ 3700367 h 3705225"/>
                <a:gd name="connsiteX5" fmla="*/ 1525905 w 1781175"/>
                <a:gd name="connsiteY5" fmla="*/ 3700367 h 3705225"/>
                <a:gd name="connsiteX6" fmla="*/ 1776222 w 1781175"/>
                <a:gd name="connsiteY6" fmla="*/ 3450050 h 3705225"/>
                <a:gd name="connsiteX7" fmla="*/ 1776222 w 1781175"/>
                <a:gd name="connsiteY7" fmla="*/ 257461 h 3705225"/>
                <a:gd name="connsiteX8" fmla="*/ 1525905 w 1781175"/>
                <a:gd name="connsiteY8" fmla="*/ 7144 h 3705225"/>
                <a:gd name="connsiteX9" fmla="*/ 1751933 w 1781175"/>
                <a:gd name="connsiteY9" fmla="*/ 3441287 h 3705225"/>
                <a:gd name="connsiteX10" fmla="*/ 1517142 w 1781175"/>
                <a:gd name="connsiteY10" fmla="*/ 3676079 h 3705225"/>
                <a:gd name="connsiteX11" fmla="*/ 266224 w 1781175"/>
                <a:gd name="connsiteY11" fmla="*/ 3676079 h 3705225"/>
                <a:gd name="connsiteX12" fmla="*/ 31433 w 1781175"/>
                <a:gd name="connsiteY12" fmla="*/ 3441287 h 3705225"/>
                <a:gd name="connsiteX13" fmla="*/ 31433 w 1781175"/>
                <a:gd name="connsiteY13" fmla="*/ 266224 h 3705225"/>
                <a:gd name="connsiteX14" fmla="*/ 266224 w 1781175"/>
                <a:gd name="connsiteY14" fmla="*/ 31433 h 3705225"/>
                <a:gd name="connsiteX15" fmla="*/ 1517047 w 1781175"/>
                <a:gd name="connsiteY15" fmla="*/ 31433 h 3705225"/>
                <a:gd name="connsiteX16" fmla="*/ 1751838 w 1781175"/>
                <a:gd name="connsiteY16" fmla="*/ 266224 h 3705225"/>
                <a:gd name="connsiteX17" fmla="*/ 1751838 w 1781175"/>
                <a:gd name="connsiteY17" fmla="*/ 3441287 h 3705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81175" h="3705225" extrusionOk="0">
                  <a:moveTo>
                    <a:pt x="1525905" y="7144"/>
                  </a:moveTo>
                  <a:lnTo>
                    <a:pt x="257461" y="7144"/>
                  </a:lnTo>
                  <a:cubicBezTo>
                    <a:pt x="119253" y="7144"/>
                    <a:pt x="7144" y="119253"/>
                    <a:pt x="7144" y="257461"/>
                  </a:cubicBezTo>
                  <a:lnTo>
                    <a:pt x="7144" y="3450050"/>
                  </a:lnTo>
                  <a:cubicBezTo>
                    <a:pt x="7144" y="3588258"/>
                    <a:pt x="119253" y="3700367"/>
                    <a:pt x="257461" y="3700367"/>
                  </a:cubicBezTo>
                  <a:lnTo>
                    <a:pt x="1525905" y="3700367"/>
                  </a:lnTo>
                  <a:cubicBezTo>
                    <a:pt x="1664113" y="3700367"/>
                    <a:pt x="1776222" y="3588258"/>
                    <a:pt x="1776222" y="3450050"/>
                  </a:cubicBezTo>
                  <a:lnTo>
                    <a:pt x="1776222" y="257461"/>
                  </a:lnTo>
                  <a:cubicBezTo>
                    <a:pt x="1776222" y="119253"/>
                    <a:pt x="1664113" y="7144"/>
                    <a:pt x="1525905" y="7144"/>
                  </a:cubicBezTo>
                  <a:close/>
                  <a:moveTo>
                    <a:pt x="1751933" y="3441287"/>
                  </a:moveTo>
                  <a:cubicBezTo>
                    <a:pt x="1751933" y="3570923"/>
                    <a:pt x="1646777" y="3676079"/>
                    <a:pt x="1517142" y="3676079"/>
                  </a:cubicBezTo>
                  <a:lnTo>
                    <a:pt x="266224" y="3676079"/>
                  </a:lnTo>
                  <a:cubicBezTo>
                    <a:pt x="136589" y="3676079"/>
                    <a:pt x="31433" y="3570923"/>
                    <a:pt x="31433" y="3441287"/>
                  </a:cubicBezTo>
                  <a:lnTo>
                    <a:pt x="31433" y="266224"/>
                  </a:lnTo>
                  <a:cubicBezTo>
                    <a:pt x="31433" y="136589"/>
                    <a:pt x="136589" y="31433"/>
                    <a:pt x="266224" y="31433"/>
                  </a:cubicBezTo>
                  <a:lnTo>
                    <a:pt x="1517047" y="31433"/>
                  </a:lnTo>
                  <a:cubicBezTo>
                    <a:pt x="1646682" y="31433"/>
                    <a:pt x="1751838" y="136589"/>
                    <a:pt x="1751838" y="266224"/>
                  </a:cubicBezTo>
                  <a:lnTo>
                    <a:pt x="1751838" y="344128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43" name="Полилиния: фигура 14">
              <a:extLst>
                <a:ext uri="{FF2B5EF4-FFF2-40B4-BE49-F238E27FC236}">
                  <a16:creationId xmlns:a16="http://schemas.microsoft.com/office/drawing/2014/main" id="{D1FBCC74-A9FC-4EF9-AD57-263F7628A40A}"/>
                </a:ext>
              </a:extLst>
            </p:cNvPr>
            <p:cNvSpPr/>
            <p:nvPr/>
          </p:nvSpPr>
          <p:spPr bwMode="auto">
            <a:xfrm>
              <a:off x="5274850" y="1574276"/>
              <a:ext cx="1704975" cy="295274"/>
            </a:xfrm>
            <a:custGeom>
              <a:avLst/>
              <a:gdLst>
                <a:gd name="connsiteX0" fmla="*/ 7144 w 1704975"/>
                <a:gd name="connsiteY0" fmla="*/ 93266 h 295275"/>
                <a:gd name="connsiteX1" fmla="*/ 201454 w 1704975"/>
                <a:gd name="connsiteY1" fmla="*/ 13256 h 295275"/>
                <a:gd name="connsiteX2" fmla="*/ 1404271 w 1704975"/>
                <a:gd name="connsiteY2" fmla="*/ 15637 h 295275"/>
                <a:gd name="connsiteX3" fmla="*/ 1703832 w 1704975"/>
                <a:gd name="connsiteY3" fmla="*/ 292815 h 295275"/>
                <a:gd name="connsiteX4" fmla="*/ 1602772 w 1704975"/>
                <a:gd name="connsiteY4" fmla="*/ 64596 h 295275"/>
                <a:gd name="connsiteX5" fmla="*/ 1423987 w 1704975"/>
                <a:gd name="connsiteY5" fmla="*/ 8874 h 295275"/>
                <a:gd name="connsiteX6" fmla="*/ 202787 w 1704975"/>
                <a:gd name="connsiteY6" fmla="*/ 8874 h 295275"/>
                <a:gd name="connsiteX7" fmla="*/ 7144 w 1704975"/>
                <a:gd name="connsiteY7" fmla="*/ 93266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 extrusionOk="0">
                  <a:moveTo>
                    <a:pt x="7144" y="93266"/>
                  </a:moveTo>
                  <a:cubicBezTo>
                    <a:pt x="58103" y="47736"/>
                    <a:pt x="124015" y="12303"/>
                    <a:pt x="201454" y="13256"/>
                  </a:cubicBezTo>
                  <a:lnTo>
                    <a:pt x="1404271" y="15637"/>
                  </a:lnTo>
                  <a:cubicBezTo>
                    <a:pt x="1560767" y="25067"/>
                    <a:pt x="1698498" y="110697"/>
                    <a:pt x="1703832" y="292815"/>
                  </a:cubicBezTo>
                  <a:cubicBezTo>
                    <a:pt x="1703832" y="312912"/>
                    <a:pt x="1714595" y="140319"/>
                    <a:pt x="1602772" y="64596"/>
                  </a:cubicBezTo>
                  <a:cubicBezTo>
                    <a:pt x="1549622" y="26496"/>
                    <a:pt x="1471136" y="9827"/>
                    <a:pt x="1423987" y="8874"/>
                  </a:cubicBezTo>
                  <a:cubicBezTo>
                    <a:pt x="1346740" y="7446"/>
                    <a:pt x="327660" y="5826"/>
                    <a:pt x="202787" y="8874"/>
                  </a:cubicBezTo>
                  <a:cubicBezTo>
                    <a:pt x="98203" y="11446"/>
                    <a:pt x="49149" y="53642"/>
                    <a:pt x="7144" y="93266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44" name="Полилиния: фигура 15">
              <a:extLst>
                <a:ext uri="{FF2B5EF4-FFF2-40B4-BE49-F238E27FC236}">
                  <a16:creationId xmlns:a16="http://schemas.microsoft.com/office/drawing/2014/main" id="{FA2F542A-10D9-48A1-B04C-D431A2AC5016}"/>
                </a:ext>
              </a:extLst>
            </p:cNvPr>
            <p:cNvSpPr/>
            <p:nvPr/>
          </p:nvSpPr>
          <p:spPr bwMode="auto">
            <a:xfrm>
              <a:off x="5232368" y="1598295"/>
              <a:ext cx="1733550" cy="3657600"/>
            </a:xfrm>
            <a:custGeom>
              <a:avLst/>
              <a:gdLst>
                <a:gd name="connsiteX0" fmla="*/ 1492758 w 1733550"/>
                <a:gd name="connsiteY0" fmla="*/ 7144 h 3657600"/>
                <a:gd name="connsiteX1" fmla="*/ 241935 w 1733550"/>
                <a:gd name="connsiteY1" fmla="*/ 7144 h 3657600"/>
                <a:gd name="connsiteX2" fmla="*/ 7144 w 1733550"/>
                <a:gd name="connsiteY2" fmla="*/ 241935 h 3657600"/>
                <a:gd name="connsiteX3" fmla="*/ 7144 w 1733550"/>
                <a:gd name="connsiteY3" fmla="*/ 3416999 h 3657600"/>
                <a:gd name="connsiteX4" fmla="*/ 241935 w 1733550"/>
                <a:gd name="connsiteY4" fmla="*/ 3651790 h 3657600"/>
                <a:gd name="connsiteX5" fmla="*/ 1492758 w 1733550"/>
                <a:gd name="connsiteY5" fmla="*/ 3651790 h 3657600"/>
                <a:gd name="connsiteX6" fmla="*/ 1727549 w 1733550"/>
                <a:gd name="connsiteY6" fmla="*/ 3416999 h 3657600"/>
                <a:gd name="connsiteX7" fmla="*/ 1727549 w 1733550"/>
                <a:gd name="connsiteY7" fmla="*/ 241935 h 3657600"/>
                <a:gd name="connsiteX8" fmla="*/ 1492758 w 1733550"/>
                <a:gd name="connsiteY8" fmla="*/ 7144 h 3657600"/>
                <a:gd name="connsiteX9" fmla="*/ 1715357 w 1733550"/>
                <a:gd name="connsiteY9" fmla="*/ 3409950 h 3657600"/>
                <a:gd name="connsiteX10" fmla="*/ 1485614 w 1733550"/>
                <a:gd name="connsiteY10" fmla="*/ 3639693 h 3657600"/>
                <a:gd name="connsiteX11" fmla="*/ 248984 w 1733550"/>
                <a:gd name="connsiteY11" fmla="*/ 3639693 h 3657600"/>
                <a:gd name="connsiteX12" fmla="*/ 19241 w 1733550"/>
                <a:gd name="connsiteY12" fmla="*/ 3409950 h 3657600"/>
                <a:gd name="connsiteX13" fmla="*/ 19241 w 1733550"/>
                <a:gd name="connsiteY13" fmla="*/ 248984 h 3657600"/>
                <a:gd name="connsiteX14" fmla="*/ 248984 w 1733550"/>
                <a:gd name="connsiteY14" fmla="*/ 19336 h 3657600"/>
                <a:gd name="connsiteX15" fmla="*/ 1485710 w 1733550"/>
                <a:gd name="connsiteY15" fmla="*/ 19336 h 3657600"/>
                <a:gd name="connsiteX16" fmla="*/ 1715452 w 1733550"/>
                <a:gd name="connsiteY16" fmla="*/ 249079 h 3657600"/>
                <a:gd name="connsiteX17" fmla="*/ 1715452 w 1733550"/>
                <a:gd name="connsiteY17" fmla="*/ 3409950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33550" h="3657600" extrusionOk="0">
                  <a:moveTo>
                    <a:pt x="1492758" y="7144"/>
                  </a:moveTo>
                  <a:lnTo>
                    <a:pt x="241935" y="7144"/>
                  </a:lnTo>
                  <a:cubicBezTo>
                    <a:pt x="112300" y="7144"/>
                    <a:pt x="7144" y="112300"/>
                    <a:pt x="7144" y="241935"/>
                  </a:cubicBezTo>
                  <a:lnTo>
                    <a:pt x="7144" y="3416999"/>
                  </a:lnTo>
                  <a:cubicBezTo>
                    <a:pt x="7144" y="3546634"/>
                    <a:pt x="112300" y="3651790"/>
                    <a:pt x="241935" y="3651790"/>
                  </a:cubicBezTo>
                  <a:lnTo>
                    <a:pt x="1492758" y="3651790"/>
                  </a:lnTo>
                  <a:cubicBezTo>
                    <a:pt x="1622393" y="3651790"/>
                    <a:pt x="1727549" y="3546634"/>
                    <a:pt x="1727549" y="3416999"/>
                  </a:cubicBezTo>
                  <a:lnTo>
                    <a:pt x="1727549" y="241935"/>
                  </a:lnTo>
                  <a:cubicBezTo>
                    <a:pt x="1727549" y="112300"/>
                    <a:pt x="1622393" y="7144"/>
                    <a:pt x="1492758" y="7144"/>
                  </a:cubicBezTo>
                  <a:close/>
                  <a:moveTo>
                    <a:pt x="1715357" y="3409950"/>
                  </a:moveTo>
                  <a:cubicBezTo>
                    <a:pt x="1715357" y="3536823"/>
                    <a:pt x="1612487" y="3639693"/>
                    <a:pt x="1485614" y="3639693"/>
                  </a:cubicBezTo>
                  <a:lnTo>
                    <a:pt x="248984" y="3639693"/>
                  </a:lnTo>
                  <a:cubicBezTo>
                    <a:pt x="122111" y="3639693"/>
                    <a:pt x="19241" y="3536823"/>
                    <a:pt x="19241" y="3409950"/>
                  </a:cubicBezTo>
                  <a:lnTo>
                    <a:pt x="19241" y="248984"/>
                  </a:lnTo>
                  <a:cubicBezTo>
                    <a:pt x="19241" y="122111"/>
                    <a:pt x="122111" y="19336"/>
                    <a:pt x="248984" y="19336"/>
                  </a:cubicBezTo>
                  <a:lnTo>
                    <a:pt x="1485710" y="19336"/>
                  </a:lnTo>
                  <a:cubicBezTo>
                    <a:pt x="1612583" y="19336"/>
                    <a:pt x="1715452" y="122206"/>
                    <a:pt x="1715452" y="249079"/>
                  </a:cubicBezTo>
                  <a:lnTo>
                    <a:pt x="1715452" y="3409950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45" name="Полилиния: фигура 16">
              <a:extLst>
                <a:ext uri="{FF2B5EF4-FFF2-40B4-BE49-F238E27FC236}">
                  <a16:creationId xmlns:a16="http://schemas.microsoft.com/office/drawing/2014/main" id="{28C2B9BB-B292-4CDD-AD4D-D29945E54B61}"/>
                </a:ext>
              </a:extLst>
            </p:cNvPr>
            <p:cNvSpPr/>
            <p:nvPr/>
          </p:nvSpPr>
          <p:spPr bwMode="auto">
            <a:xfrm>
              <a:off x="5231225" y="1597057"/>
              <a:ext cx="1733550" cy="3657600"/>
            </a:xfrm>
            <a:custGeom>
              <a:avLst/>
              <a:gdLst>
                <a:gd name="connsiteX0" fmla="*/ 1493996 w 1733550"/>
                <a:gd name="connsiteY0" fmla="*/ 3654266 h 3657600"/>
                <a:gd name="connsiteX1" fmla="*/ 243078 w 1733550"/>
                <a:gd name="connsiteY1" fmla="*/ 3654266 h 3657600"/>
                <a:gd name="connsiteX2" fmla="*/ 7144 w 1733550"/>
                <a:gd name="connsiteY2" fmla="*/ 3418237 h 3657600"/>
                <a:gd name="connsiteX3" fmla="*/ 7144 w 1733550"/>
                <a:gd name="connsiteY3" fmla="*/ 243173 h 3657600"/>
                <a:gd name="connsiteX4" fmla="*/ 243078 w 1733550"/>
                <a:gd name="connsiteY4" fmla="*/ 7144 h 3657600"/>
                <a:gd name="connsiteX5" fmla="*/ 1493996 w 1733550"/>
                <a:gd name="connsiteY5" fmla="*/ 7144 h 3657600"/>
                <a:gd name="connsiteX6" fmla="*/ 1729931 w 1733550"/>
                <a:gd name="connsiteY6" fmla="*/ 243078 h 3657600"/>
                <a:gd name="connsiteX7" fmla="*/ 1729931 w 1733550"/>
                <a:gd name="connsiteY7" fmla="*/ 3418142 h 3657600"/>
                <a:gd name="connsiteX8" fmla="*/ 1493996 w 1733550"/>
                <a:gd name="connsiteY8" fmla="*/ 3654171 h 3657600"/>
                <a:gd name="connsiteX9" fmla="*/ 243078 w 1733550"/>
                <a:gd name="connsiteY9" fmla="*/ 9525 h 3657600"/>
                <a:gd name="connsiteX10" fmla="*/ 9430 w 1733550"/>
                <a:gd name="connsiteY10" fmla="*/ 243173 h 3657600"/>
                <a:gd name="connsiteX11" fmla="*/ 9430 w 1733550"/>
                <a:gd name="connsiteY11" fmla="*/ 3418237 h 3657600"/>
                <a:gd name="connsiteX12" fmla="*/ 242983 w 1733550"/>
                <a:gd name="connsiteY12" fmla="*/ 3651885 h 3657600"/>
                <a:gd name="connsiteX13" fmla="*/ 1493901 w 1733550"/>
                <a:gd name="connsiteY13" fmla="*/ 3651885 h 3657600"/>
                <a:gd name="connsiteX14" fmla="*/ 1727454 w 1733550"/>
                <a:gd name="connsiteY14" fmla="*/ 3418237 h 3657600"/>
                <a:gd name="connsiteX15" fmla="*/ 1727454 w 1733550"/>
                <a:gd name="connsiteY15" fmla="*/ 243173 h 3657600"/>
                <a:gd name="connsiteX16" fmla="*/ 1493901 w 1733550"/>
                <a:gd name="connsiteY16" fmla="*/ 9620 h 3657600"/>
                <a:gd name="connsiteX17" fmla="*/ 243078 w 1733550"/>
                <a:gd name="connsiteY17" fmla="*/ 9620 h 3657600"/>
                <a:gd name="connsiteX18" fmla="*/ 1486853 w 1733550"/>
                <a:gd name="connsiteY18" fmla="*/ 3642074 h 3657600"/>
                <a:gd name="connsiteX19" fmla="*/ 250127 w 1733550"/>
                <a:gd name="connsiteY19" fmla="*/ 3642074 h 3657600"/>
                <a:gd name="connsiteX20" fmla="*/ 19241 w 1733550"/>
                <a:gd name="connsiteY20" fmla="*/ 3411188 h 3657600"/>
                <a:gd name="connsiteX21" fmla="*/ 19241 w 1733550"/>
                <a:gd name="connsiteY21" fmla="*/ 250222 h 3657600"/>
                <a:gd name="connsiteX22" fmla="*/ 250127 w 1733550"/>
                <a:gd name="connsiteY22" fmla="*/ 19336 h 3657600"/>
                <a:gd name="connsiteX23" fmla="*/ 1486853 w 1733550"/>
                <a:gd name="connsiteY23" fmla="*/ 19336 h 3657600"/>
                <a:gd name="connsiteX24" fmla="*/ 1717739 w 1733550"/>
                <a:gd name="connsiteY24" fmla="*/ 250222 h 3657600"/>
                <a:gd name="connsiteX25" fmla="*/ 1717739 w 1733550"/>
                <a:gd name="connsiteY25" fmla="*/ 3411093 h 3657600"/>
                <a:gd name="connsiteX26" fmla="*/ 1486853 w 1733550"/>
                <a:gd name="connsiteY26" fmla="*/ 3641979 h 3657600"/>
                <a:gd name="connsiteX27" fmla="*/ 250127 w 1733550"/>
                <a:gd name="connsiteY27" fmla="*/ 21717 h 3657600"/>
                <a:gd name="connsiteX28" fmla="*/ 21622 w 1733550"/>
                <a:gd name="connsiteY28" fmla="*/ 250222 h 3657600"/>
                <a:gd name="connsiteX29" fmla="*/ 21622 w 1733550"/>
                <a:gd name="connsiteY29" fmla="*/ 3411093 h 3657600"/>
                <a:gd name="connsiteX30" fmla="*/ 250127 w 1733550"/>
                <a:gd name="connsiteY30" fmla="*/ 3639598 h 3657600"/>
                <a:gd name="connsiteX31" fmla="*/ 1486853 w 1733550"/>
                <a:gd name="connsiteY31" fmla="*/ 3639598 h 3657600"/>
                <a:gd name="connsiteX32" fmla="*/ 1715357 w 1733550"/>
                <a:gd name="connsiteY32" fmla="*/ 3411093 h 3657600"/>
                <a:gd name="connsiteX33" fmla="*/ 1715357 w 1733550"/>
                <a:gd name="connsiteY33" fmla="*/ 250222 h 3657600"/>
                <a:gd name="connsiteX34" fmla="*/ 1486853 w 1733550"/>
                <a:gd name="connsiteY34" fmla="*/ 21717 h 3657600"/>
                <a:gd name="connsiteX35" fmla="*/ 250127 w 1733550"/>
                <a:gd name="connsiteY35" fmla="*/ 21717 h 3657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1733550" h="3657600" extrusionOk="0">
                  <a:moveTo>
                    <a:pt x="1493996" y="3654266"/>
                  </a:moveTo>
                  <a:lnTo>
                    <a:pt x="243078" y="3654266"/>
                  </a:lnTo>
                  <a:cubicBezTo>
                    <a:pt x="112967" y="3654266"/>
                    <a:pt x="7144" y="3548444"/>
                    <a:pt x="7144" y="3418237"/>
                  </a:cubicBezTo>
                  <a:lnTo>
                    <a:pt x="7144" y="243173"/>
                  </a:lnTo>
                  <a:cubicBezTo>
                    <a:pt x="7049" y="113062"/>
                    <a:pt x="112967" y="7144"/>
                    <a:pt x="243078" y="7144"/>
                  </a:cubicBezTo>
                  <a:lnTo>
                    <a:pt x="1493996" y="7144"/>
                  </a:lnTo>
                  <a:cubicBezTo>
                    <a:pt x="1624108" y="7144"/>
                    <a:pt x="1729931" y="112967"/>
                    <a:pt x="1729931" y="243078"/>
                  </a:cubicBezTo>
                  <a:lnTo>
                    <a:pt x="1729931" y="3418142"/>
                  </a:lnTo>
                  <a:cubicBezTo>
                    <a:pt x="1729931" y="3548253"/>
                    <a:pt x="1624108" y="3654171"/>
                    <a:pt x="1493996" y="3654171"/>
                  </a:cubicBezTo>
                  <a:close/>
                  <a:moveTo>
                    <a:pt x="243078" y="9525"/>
                  </a:moveTo>
                  <a:cubicBezTo>
                    <a:pt x="114300" y="9525"/>
                    <a:pt x="9430" y="114395"/>
                    <a:pt x="9430" y="243173"/>
                  </a:cubicBezTo>
                  <a:lnTo>
                    <a:pt x="9430" y="3418237"/>
                  </a:lnTo>
                  <a:cubicBezTo>
                    <a:pt x="9430" y="3547015"/>
                    <a:pt x="114205" y="3651885"/>
                    <a:pt x="242983" y="3651885"/>
                  </a:cubicBezTo>
                  <a:lnTo>
                    <a:pt x="1493901" y="3651885"/>
                  </a:lnTo>
                  <a:cubicBezTo>
                    <a:pt x="1622679" y="3651885"/>
                    <a:pt x="1727454" y="3547110"/>
                    <a:pt x="1727454" y="3418237"/>
                  </a:cubicBezTo>
                  <a:lnTo>
                    <a:pt x="1727454" y="243173"/>
                  </a:lnTo>
                  <a:cubicBezTo>
                    <a:pt x="1727454" y="114395"/>
                    <a:pt x="1622679" y="9620"/>
                    <a:pt x="1493901" y="9620"/>
                  </a:cubicBezTo>
                  <a:lnTo>
                    <a:pt x="243078" y="9620"/>
                  </a:lnTo>
                  <a:close/>
                  <a:moveTo>
                    <a:pt x="1486853" y="3642074"/>
                  </a:moveTo>
                  <a:lnTo>
                    <a:pt x="250127" y="3642074"/>
                  </a:lnTo>
                  <a:cubicBezTo>
                    <a:pt x="122777" y="3642074"/>
                    <a:pt x="19241" y="3538442"/>
                    <a:pt x="19241" y="3411188"/>
                  </a:cubicBezTo>
                  <a:lnTo>
                    <a:pt x="19241" y="250222"/>
                  </a:lnTo>
                  <a:cubicBezTo>
                    <a:pt x="19241" y="122968"/>
                    <a:pt x="122873" y="19336"/>
                    <a:pt x="250127" y="19336"/>
                  </a:cubicBezTo>
                  <a:lnTo>
                    <a:pt x="1486853" y="19336"/>
                  </a:lnTo>
                  <a:cubicBezTo>
                    <a:pt x="1614202" y="19336"/>
                    <a:pt x="1717739" y="122968"/>
                    <a:pt x="1717739" y="250222"/>
                  </a:cubicBezTo>
                  <a:lnTo>
                    <a:pt x="1717739" y="3411093"/>
                  </a:lnTo>
                  <a:cubicBezTo>
                    <a:pt x="1717739" y="3538442"/>
                    <a:pt x="1614107" y="3641979"/>
                    <a:pt x="1486853" y="3641979"/>
                  </a:cubicBezTo>
                  <a:close/>
                  <a:moveTo>
                    <a:pt x="250127" y="21717"/>
                  </a:moveTo>
                  <a:cubicBezTo>
                    <a:pt x="124111" y="21717"/>
                    <a:pt x="21622" y="124206"/>
                    <a:pt x="21622" y="250222"/>
                  </a:cubicBezTo>
                  <a:lnTo>
                    <a:pt x="21622" y="3411093"/>
                  </a:lnTo>
                  <a:cubicBezTo>
                    <a:pt x="21622" y="3537109"/>
                    <a:pt x="124111" y="3639598"/>
                    <a:pt x="250127" y="3639598"/>
                  </a:cubicBezTo>
                  <a:lnTo>
                    <a:pt x="1486853" y="3639598"/>
                  </a:lnTo>
                  <a:cubicBezTo>
                    <a:pt x="1612868" y="3639598"/>
                    <a:pt x="1715357" y="3537109"/>
                    <a:pt x="1715357" y="3411093"/>
                  </a:cubicBezTo>
                  <a:lnTo>
                    <a:pt x="1715357" y="250222"/>
                  </a:lnTo>
                  <a:cubicBezTo>
                    <a:pt x="1715357" y="124206"/>
                    <a:pt x="1612868" y="21717"/>
                    <a:pt x="1486853" y="21717"/>
                  </a:cubicBezTo>
                  <a:lnTo>
                    <a:pt x="250127" y="21717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46" name="Полилиния: фигура 17">
              <a:extLst>
                <a:ext uri="{FF2B5EF4-FFF2-40B4-BE49-F238E27FC236}">
                  <a16:creationId xmlns:a16="http://schemas.microsoft.com/office/drawing/2014/main" id="{3E32DB90-6817-415B-BE94-BC0E3460BEC2}"/>
                </a:ext>
              </a:extLst>
            </p:cNvPr>
            <p:cNvSpPr/>
            <p:nvPr/>
          </p:nvSpPr>
          <p:spPr bwMode="auto">
            <a:xfrm>
              <a:off x="5274850" y="4979578"/>
              <a:ext cx="1704975" cy="295274"/>
            </a:xfrm>
            <a:custGeom>
              <a:avLst/>
              <a:gdLst>
                <a:gd name="connsiteX0" fmla="*/ 7144 w 1704975"/>
                <a:gd name="connsiteY0" fmla="*/ 208404 h 295275"/>
                <a:gd name="connsiteX1" fmla="*/ 201454 w 1704975"/>
                <a:gd name="connsiteY1" fmla="*/ 288318 h 295275"/>
                <a:gd name="connsiteX2" fmla="*/ 1404271 w 1704975"/>
                <a:gd name="connsiteY2" fmla="*/ 285937 h 295275"/>
                <a:gd name="connsiteX3" fmla="*/ 1703832 w 1704975"/>
                <a:gd name="connsiteY3" fmla="*/ 8760 h 295275"/>
                <a:gd name="connsiteX4" fmla="*/ 1602772 w 1704975"/>
                <a:gd name="connsiteY4" fmla="*/ 236979 h 295275"/>
                <a:gd name="connsiteX5" fmla="*/ 1423987 w 1704975"/>
                <a:gd name="connsiteY5" fmla="*/ 292700 h 295275"/>
                <a:gd name="connsiteX6" fmla="*/ 202787 w 1704975"/>
                <a:gd name="connsiteY6" fmla="*/ 292700 h 295275"/>
                <a:gd name="connsiteX7" fmla="*/ 7144 w 1704975"/>
                <a:gd name="connsiteY7" fmla="*/ 208404 h 295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4975" h="295275" extrusionOk="0">
                  <a:moveTo>
                    <a:pt x="7144" y="208404"/>
                  </a:moveTo>
                  <a:cubicBezTo>
                    <a:pt x="58103" y="253933"/>
                    <a:pt x="124015" y="289366"/>
                    <a:pt x="201454" y="288318"/>
                  </a:cubicBezTo>
                  <a:lnTo>
                    <a:pt x="1404271" y="285937"/>
                  </a:lnTo>
                  <a:cubicBezTo>
                    <a:pt x="1560767" y="276507"/>
                    <a:pt x="1698498" y="190878"/>
                    <a:pt x="1703832" y="8760"/>
                  </a:cubicBezTo>
                  <a:cubicBezTo>
                    <a:pt x="1703832" y="-11338"/>
                    <a:pt x="1714595" y="161255"/>
                    <a:pt x="1602772" y="236979"/>
                  </a:cubicBezTo>
                  <a:cubicBezTo>
                    <a:pt x="1549622" y="275079"/>
                    <a:pt x="1471136" y="291748"/>
                    <a:pt x="1423987" y="292700"/>
                  </a:cubicBezTo>
                  <a:cubicBezTo>
                    <a:pt x="1346740" y="294129"/>
                    <a:pt x="327660" y="295748"/>
                    <a:pt x="202787" y="292700"/>
                  </a:cubicBezTo>
                  <a:cubicBezTo>
                    <a:pt x="98203" y="290128"/>
                    <a:pt x="49054" y="247932"/>
                    <a:pt x="7144" y="208404"/>
                  </a:cubicBez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47" name="Полилиния: фигура 18">
              <a:extLst>
                <a:ext uri="{FF2B5EF4-FFF2-40B4-BE49-F238E27FC236}">
                  <a16:creationId xmlns:a16="http://schemas.microsoft.com/office/drawing/2014/main" id="{D32F6930-21E6-495A-B390-A3FFE1945F83}"/>
                </a:ext>
              </a:extLst>
            </p:cNvPr>
            <p:cNvSpPr/>
            <p:nvPr/>
          </p:nvSpPr>
          <p:spPr bwMode="auto">
            <a:xfrm>
              <a:off x="6977063" y="2346579"/>
              <a:ext cx="19050" cy="400050"/>
            </a:xfrm>
            <a:custGeom>
              <a:avLst/>
              <a:gdLst>
                <a:gd name="connsiteX0" fmla="*/ 7144 w 19050"/>
                <a:gd name="connsiteY0" fmla="*/ 7144 h 400050"/>
                <a:gd name="connsiteX1" fmla="*/ 12763 w 19050"/>
                <a:gd name="connsiteY1" fmla="*/ 7144 h 400050"/>
                <a:gd name="connsiteX2" fmla="*/ 12763 w 19050"/>
                <a:gd name="connsiteY2" fmla="*/ 402241 h 400050"/>
                <a:gd name="connsiteX3" fmla="*/ 7144 w 19050"/>
                <a:gd name="connsiteY3" fmla="*/ 402241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400050" extrusionOk="0">
                  <a:moveTo>
                    <a:pt x="7144" y="7144"/>
                  </a:moveTo>
                  <a:lnTo>
                    <a:pt x="12763" y="7144"/>
                  </a:lnTo>
                  <a:lnTo>
                    <a:pt x="12763" y="402241"/>
                  </a:lnTo>
                  <a:lnTo>
                    <a:pt x="7144" y="40224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48" name="Полилиния: фигура 19">
              <a:extLst>
                <a:ext uri="{FF2B5EF4-FFF2-40B4-BE49-F238E27FC236}">
                  <a16:creationId xmlns:a16="http://schemas.microsoft.com/office/drawing/2014/main" id="{750C7CE2-36CC-4EA2-AEAF-164BFC85A42C}"/>
                </a:ext>
              </a:extLst>
            </p:cNvPr>
            <p:cNvSpPr/>
            <p:nvPr/>
          </p:nvSpPr>
          <p:spPr bwMode="auto">
            <a:xfrm>
              <a:off x="6982778" y="2346674"/>
              <a:ext cx="9525" cy="400050"/>
            </a:xfrm>
            <a:custGeom>
              <a:avLst/>
              <a:gdLst>
                <a:gd name="connsiteX0" fmla="*/ 7144 w 9525"/>
                <a:gd name="connsiteY0" fmla="*/ 402145 h 400050"/>
                <a:gd name="connsiteX1" fmla="*/ 7144 w 9525"/>
                <a:gd name="connsiteY1" fmla="*/ 7144 h 400050"/>
                <a:gd name="connsiteX2" fmla="*/ 10001 w 9525"/>
                <a:gd name="connsiteY2" fmla="*/ 10573 h 400050"/>
                <a:gd name="connsiteX3" fmla="*/ 10001 w 9525"/>
                <a:gd name="connsiteY3" fmla="*/ 398717 h 400050"/>
                <a:gd name="connsiteX4" fmla="*/ 7144 w 9525"/>
                <a:gd name="connsiteY4" fmla="*/ 402145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400050" extrusionOk="0">
                  <a:moveTo>
                    <a:pt x="7144" y="402145"/>
                  </a:moveTo>
                  <a:lnTo>
                    <a:pt x="7144" y="7144"/>
                  </a:lnTo>
                  <a:lnTo>
                    <a:pt x="10001" y="10573"/>
                  </a:lnTo>
                  <a:cubicBezTo>
                    <a:pt x="8572" y="38862"/>
                    <a:pt x="8668" y="370522"/>
                    <a:pt x="10001" y="398717"/>
                  </a:cubicBezTo>
                  <a:lnTo>
                    <a:pt x="7144" y="40214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49" name="Полилиния: фигура 20">
              <a:extLst>
                <a:ext uri="{FF2B5EF4-FFF2-40B4-BE49-F238E27FC236}">
                  <a16:creationId xmlns:a16="http://schemas.microsoft.com/office/drawing/2014/main" id="{CA34BD9B-2B95-45BA-8B1A-997F98B0DC76}"/>
                </a:ext>
              </a:extLst>
            </p:cNvPr>
            <p:cNvSpPr/>
            <p:nvPr/>
          </p:nvSpPr>
          <p:spPr bwMode="auto">
            <a:xfrm>
              <a:off x="5196363" y="2346579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50" name="Полилиния: фигура 21">
              <a:extLst>
                <a:ext uri="{FF2B5EF4-FFF2-40B4-BE49-F238E27FC236}">
                  <a16:creationId xmlns:a16="http://schemas.microsoft.com/office/drawing/2014/main" id="{7A8B0CFD-734B-40EE-AEA5-35C660041675}"/>
                </a:ext>
              </a:extLst>
            </p:cNvPr>
            <p:cNvSpPr/>
            <p:nvPr/>
          </p:nvSpPr>
          <p:spPr bwMode="auto">
            <a:xfrm>
              <a:off x="5193506" y="2346674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 extrusionOk="0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2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51" name="Полилиния: фигура 22">
              <a:extLst>
                <a:ext uri="{FF2B5EF4-FFF2-40B4-BE49-F238E27FC236}">
                  <a16:creationId xmlns:a16="http://schemas.microsoft.com/office/drawing/2014/main" id="{131A6CE1-63B2-45CD-885A-A8C6D35188F1}"/>
                </a:ext>
              </a:extLst>
            </p:cNvPr>
            <p:cNvSpPr/>
            <p:nvPr/>
          </p:nvSpPr>
          <p:spPr bwMode="auto">
            <a:xfrm>
              <a:off x="5201984" y="2346674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52" name="Полилиния: фигура 23">
              <a:extLst>
                <a:ext uri="{FF2B5EF4-FFF2-40B4-BE49-F238E27FC236}">
                  <a16:creationId xmlns:a16="http://schemas.microsoft.com/office/drawing/2014/main" id="{F8EC7CC1-80A9-497C-BE55-DBF7509C9EEA}"/>
                </a:ext>
              </a:extLst>
            </p:cNvPr>
            <p:cNvSpPr/>
            <p:nvPr/>
          </p:nvSpPr>
          <p:spPr bwMode="auto">
            <a:xfrm>
              <a:off x="5196364" y="2679572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2764 w 19050"/>
                <a:gd name="connsiteY1" fmla="*/ 7144 h 276225"/>
                <a:gd name="connsiteX2" fmla="*/ 12764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53" name="Полилиния: фигура 24">
              <a:extLst>
                <a:ext uri="{FF2B5EF4-FFF2-40B4-BE49-F238E27FC236}">
                  <a16:creationId xmlns:a16="http://schemas.microsoft.com/office/drawing/2014/main" id="{C09E400F-D674-49E2-86D8-F89612421605}"/>
                </a:ext>
              </a:extLst>
            </p:cNvPr>
            <p:cNvSpPr/>
            <p:nvPr/>
          </p:nvSpPr>
          <p:spPr bwMode="auto">
            <a:xfrm>
              <a:off x="5193506" y="2679668"/>
              <a:ext cx="9525" cy="276225"/>
            </a:xfrm>
            <a:custGeom>
              <a:avLst/>
              <a:gdLst>
                <a:gd name="connsiteX0" fmla="*/ 10001 w 9525"/>
                <a:gd name="connsiteY0" fmla="*/ 272605 h 276225"/>
                <a:gd name="connsiteX1" fmla="*/ 10001 w 9525"/>
                <a:gd name="connsiteY1" fmla="*/ 7144 h 276225"/>
                <a:gd name="connsiteX2" fmla="*/ 7144 w 9525"/>
                <a:gd name="connsiteY2" fmla="*/ 10573 h 276225"/>
                <a:gd name="connsiteX3" fmla="*/ 7144 w 9525"/>
                <a:gd name="connsiteY3" fmla="*/ 269176 h 276225"/>
                <a:gd name="connsiteX4" fmla="*/ 10001 w 9525"/>
                <a:gd name="connsiteY4" fmla="*/ 272605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276225" extrusionOk="0">
                  <a:moveTo>
                    <a:pt x="10001" y="272605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240983"/>
                    <a:pt x="7144" y="269176"/>
                  </a:cubicBezTo>
                  <a:lnTo>
                    <a:pt x="10001" y="272605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54" name="Полилиния: фигура 25">
              <a:extLst>
                <a:ext uri="{FF2B5EF4-FFF2-40B4-BE49-F238E27FC236}">
                  <a16:creationId xmlns:a16="http://schemas.microsoft.com/office/drawing/2014/main" id="{90A5EFBB-12CC-4F74-A227-CF6031D5B547}"/>
                </a:ext>
              </a:extLst>
            </p:cNvPr>
            <p:cNvSpPr/>
            <p:nvPr/>
          </p:nvSpPr>
          <p:spPr bwMode="auto">
            <a:xfrm>
              <a:off x="5201984" y="2679572"/>
              <a:ext cx="19050" cy="276225"/>
            </a:xfrm>
            <a:custGeom>
              <a:avLst/>
              <a:gdLst>
                <a:gd name="connsiteX0" fmla="*/ 7144 w 19050"/>
                <a:gd name="connsiteY0" fmla="*/ 7144 h 276225"/>
                <a:gd name="connsiteX1" fmla="*/ 13240 w 19050"/>
                <a:gd name="connsiteY1" fmla="*/ 7144 h 276225"/>
                <a:gd name="connsiteX2" fmla="*/ 13240 w 19050"/>
                <a:gd name="connsiteY2" fmla="*/ 272701 h 276225"/>
                <a:gd name="connsiteX3" fmla="*/ 7144 w 19050"/>
                <a:gd name="connsiteY3" fmla="*/ 272701 h 276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276225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272701"/>
                  </a:lnTo>
                  <a:lnTo>
                    <a:pt x="7144" y="272701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55" name="Полилиния: фигура 26">
              <a:extLst>
                <a:ext uri="{FF2B5EF4-FFF2-40B4-BE49-F238E27FC236}">
                  <a16:creationId xmlns:a16="http://schemas.microsoft.com/office/drawing/2014/main" id="{FA1224C0-9920-48F9-821C-768A95A169F4}"/>
                </a:ext>
              </a:extLst>
            </p:cNvPr>
            <p:cNvSpPr/>
            <p:nvPr/>
          </p:nvSpPr>
          <p:spPr bwMode="auto">
            <a:xfrm>
              <a:off x="5196364" y="2032159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2764 w 19050"/>
                <a:gd name="connsiteY1" fmla="*/ 7144 h 152400"/>
                <a:gd name="connsiteX2" fmla="*/ 12764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 extrusionOk="0">
                  <a:moveTo>
                    <a:pt x="7144" y="7144"/>
                  </a:moveTo>
                  <a:lnTo>
                    <a:pt x="12764" y="7144"/>
                  </a:lnTo>
                  <a:lnTo>
                    <a:pt x="12764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3B3B3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56" name="Полилиния: фигура 27">
              <a:extLst>
                <a:ext uri="{FF2B5EF4-FFF2-40B4-BE49-F238E27FC236}">
                  <a16:creationId xmlns:a16="http://schemas.microsoft.com/office/drawing/2014/main" id="{63CCAFFC-32C3-4D7D-988D-078F4BB08055}"/>
                </a:ext>
              </a:extLst>
            </p:cNvPr>
            <p:cNvSpPr/>
            <p:nvPr/>
          </p:nvSpPr>
          <p:spPr bwMode="auto">
            <a:xfrm>
              <a:off x="5193506" y="2032254"/>
              <a:ext cx="9525" cy="152400"/>
            </a:xfrm>
            <a:custGeom>
              <a:avLst/>
              <a:gdLst>
                <a:gd name="connsiteX0" fmla="*/ 10001 w 9525"/>
                <a:gd name="connsiteY0" fmla="*/ 151162 h 152400"/>
                <a:gd name="connsiteX1" fmla="*/ 10001 w 9525"/>
                <a:gd name="connsiteY1" fmla="*/ 7144 h 152400"/>
                <a:gd name="connsiteX2" fmla="*/ 7144 w 9525"/>
                <a:gd name="connsiteY2" fmla="*/ 10573 h 152400"/>
                <a:gd name="connsiteX3" fmla="*/ 7144 w 9525"/>
                <a:gd name="connsiteY3" fmla="*/ 147733 h 152400"/>
                <a:gd name="connsiteX4" fmla="*/ 10001 w 9525"/>
                <a:gd name="connsiteY4" fmla="*/ 151162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25" h="152400" extrusionOk="0">
                  <a:moveTo>
                    <a:pt x="10001" y="151162"/>
                  </a:moveTo>
                  <a:lnTo>
                    <a:pt x="10001" y="7144"/>
                  </a:lnTo>
                  <a:lnTo>
                    <a:pt x="7144" y="10573"/>
                  </a:lnTo>
                  <a:cubicBezTo>
                    <a:pt x="8573" y="38862"/>
                    <a:pt x="8477" y="119539"/>
                    <a:pt x="7144" y="147733"/>
                  </a:cubicBezTo>
                  <a:lnTo>
                    <a:pt x="10001" y="151162"/>
                  </a:lnTo>
                  <a:close/>
                </a:path>
              </a:pathLst>
            </a:custGeom>
            <a:solidFill>
              <a:srgbClr val="A0A0A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57" name="Полилиния: фигура 28">
              <a:extLst>
                <a:ext uri="{FF2B5EF4-FFF2-40B4-BE49-F238E27FC236}">
                  <a16:creationId xmlns:a16="http://schemas.microsoft.com/office/drawing/2014/main" id="{EA4C278A-2719-4563-98E2-55F60DEA0035}"/>
                </a:ext>
              </a:extLst>
            </p:cNvPr>
            <p:cNvSpPr/>
            <p:nvPr/>
          </p:nvSpPr>
          <p:spPr bwMode="auto">
            <a:xfrm>
              <a:off x="5201984" y="2032254"/>
              <a:ext cx="19050" cy="152400"/>
            </a:xfrm>
            <a:custGeom>
              <a:avLst/>
              <a:gdLst>
                <a:gd name="connsiteX0" fmla="*/ 7144 w 19050"/>
                <a:gd name="connsiteY0" fmla="*/ 7144 h 152400"/>
                <a:gd name="connsiteX1" fmla="*/ 13240 w 19050"/>
                <a:gd name="connsiteY1" fmla="*/ 7144 h 152400"/>
                <a:gd name="connsiteX2" fmla="*/ 13240 w 19050"/>
                <a:gd name="connsiteY2" fmla="*/ 151257 h 152400"/>
                <a:gd name="connsiteX3" fmla="*/ 7144 w 19050"/>
                <a:gd name="connsiteY3" fmla="*/ 151257 h 15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050" h="152400" extrusionOk="0">
                  <a:moveTo>
                    <a:pt x="7144" y="7144"/>
                  </a:moveTo>
                  <a:lnTo>
                    <a:pt x="13240" y="7144"/>
                  </a:lnTo>
                  <a:lnTo>
                    <a:pt x="13240" y="151257"/>
                  </a:lnTo>
                  <a:lnTo>
                    <a:pt x="7144" y="151257"/>
                  </a:lnTo>
                  <a:close/>
                </a:path>
              </a:pathLst>
            </a:custGeom>
            <a:solidFill>
              <a:srgbClr val="FE09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58" name="Полилиния: фигура 29">
              <a:extLst>
                <a:ext uri="{FF2B5EF4-FFF2-40B4-BE49-F238E27FC236}">
                  <a16:creationId xmlns:a16="http://schemas.microsoft.com/office/drawing/2014/main" id="{5E20D1C0-AB4C-4431-8F8C-BA610FB8E5A4}"/>
                </a:ext>
              </a:extLst>
            </p:cNvPr>
            <p:cNvSpPr/>
            <p:nvPr/>
          </p:nvSpPr>
          <p:spPr bwMode="auto">
            <a:xfrm>
              <a:off x="5989398" y="5260657"/>
              <a:ext cx="219074" cy="19050"/>
            </a:xfrm>
            <a:custGeom>
              <a:avLst/>
              <a:gdLst>
                <a:gd name="connsiteX0" fmla="*/ 197851 w 219075"/>
                <a:gd name="connsiteY0" fmla="*/ 7144 h 19050"/>
                <a:gd name="connsiteX1" fmla="*/ 22782 w 219075"/>
                <a:gd name="connsiteY1" fmla="*/ 7144 h 19050"/>
                <a:gd name="connsiteX2" fmla="*/ 15162 w 219075"/>
                <a:gd name="connsiteY2" fmla="*/ 8192 h 19050"/>
                <a:gd name="connsiteX3" fmla="*/ 7446 w 219075"/>
                <a:gd name="connsiteY3" fmla="*/ 11525 h 19050"/>
                <a:gd name="connsiteX4" fmla="*/ 15066 w 219075"/>
                <a:gd name="connsiteY4" fmla="*/ 13430 h 19050"/>
                <a:gd name="connsiteX5" fmla="*/ 205662 w 219075"/>
                <a:gd name="connsiteY5" fmla="*/ 13430 h 19050"/>
                <a:gd name="connsiteX6" fmla="*/ 213282 w 219075"/>
                <a:gd name="connsiteY6" fmla="*/ 11525 h 19050"/>
                <a:gd name="connsiteX7" fmla="*/ 205566 w 219075"/>
                <a:gd name="connsiteY7" fmla="*/ 8192 h 19050"/>
                <a:gd name="connsiteX8" fmla="*/ 197946 w 219075"/>
                <a:gd name="connsiteY8" fmla="*/ 7144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9075" h="19050" extrusionOk="0">
                  <a:moveTo>
                    <a:pt x="197851" y="7144"/>
                  </a:moveTo>
                  <a:lnTo>
                    <a:pt x="22782" y="7144"/>
                  </a:lnTo>
                  <a:cubicBezTo>
                    <a:pt x="19257" y="7144"/>
                    <a:pt x="16114" y="7620"/>
                    <a:pt x="15162" y="8192"/>
                  </a:cubicBezTo>
                  <a:lnTo>
                    <a:pt x="7446" y="11525"/>
                  </a:lnTo>
                  <a:cubicBezTo>
                    <a:pt x="6018" y="12478"/>
                    <a:pt x="9828" y="13430"/>
                    <a:pt x="15066" y="13430"/>
                  </a:cubicBezTo>
                  <a:lnTo>
                    <a:pt x="205662" y="13430"/>
                  </a:lnTo>
                  <a:cubicBezTo>
                    <a:pt x="210900" y="13430"/>
                    <a:pt x="214710" y="12478"/>
                    <a:pt x="213282" y="11525"/>
                  </a:cubicBezTo>
                  <a:lnTo>
                    <a:pt x="205566" y="8192"/>
                  </a:lnTo>
                  <a:cubicBezTo>
                    <a:pt x="204614" y="7525"/>
                    <a:pt x="201471" y="7144"/>
                    <a:pt x="197946" y="7144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59" name="Полилиния: фигура 30">
              <a:extLst>
                <a:ext uri="{FF2B5EF4-FFF2-40B4-BE49-F238E27FC236}">
                  <a16:creationId xmlns:a16="http://schemas.microsoft.com/office/drawing/2014/main" id="{4C503CB3-6721-40BB-AB2E-5809D18AD796}"/>
                </a:ext>
              </a:extLst>
            </p:cNvPr>
            <p:cNvSpPr/>
            <p:nvPr/>
          </p:nvSpPr>
          <p:spPr bwMode="auto">
            <a:xfrm>
              <a:off x="5865400" y="1648968"/>
              <a:ext cx="457200" cy="142875"/>
            </a:xfrm>
            <a:custGeom>
              <a:avLst/>
              <a:gdLst>
                <a:gd name="connsiteX0" fmla="*/ 390620 w 457200"/>
                <a:gd name="connsiteY0" fmla="*/ 136970 h 142875"/>
                <a:gd name="connsiteX1" fmla="*/ 72009 w 457200"/>
                <a:gd name="connsiteY1" fmla="*/ 136970 h 142875"/>
                <a:gd name="connsiteX2" fmla="*/ 7144 w 457200"/>
                <a:gd name="connsiteY2" fmla="*/ 72009 h 142875"/>
                <a:gd name="connsiteX3" fmla="*/ 7144 w 457200"/>
                <a:gd name="connsiteY3" fmla="*/ 72009 h 142875"/>
                <a:gd name="connsiteX4" fmla="*/ 72009 w 457200"/>
                <a:gd name="connsiteY4" fmla="*/ 7144 h 142875"/>
                <a:gd name="connsiteX5" fmla="*/ 390620 w 457200"/>
                <a:gd name="connsiteY5" fmla="*/ 7144 h 142875"/>
                <a:gd name="connsiteX6" fmla="*/ 455486 w 457200"/>
                <a:gd name="connsiteY6" fmla="*/ 72009 h 142875"/>
                <a:gd name="connsiteX7" fmla="*/ 455486 w 457200"/>
                <a:gd name="connsiteY7" fmla="*/ 72009 h 142875"/>
                <a:gd name="connsiteX8" fmla="*/ 390620 w 457200"/>
                <a:gd name="connsiteY8" fmla="*/ 136970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57200" h="142875" extrusionOk="0">
                  <a:moveTo>
                    <a:pt x="390620" y="136970"/>
                  </a:moveTo>
                  <a:lnTo>
                    <a:pt x="72009" y="136970"/>
                  </a:lnTo>
                  <a:cubicBezTo>
                    <a:pt x="36195" y="136970"/>
                    <a:pt x="7144" y="107918"/>
                    <a:pt x="7144" y="72009"/>
                  </a:cubicBezTo>
                  <a:lnTo>
                    <a:pt x="7144" y="72009"/>
                  </a:lnTo>
                  <a:cubicBezTo>
                    <a:pt x="7144" y="36195"/>
                    <a:pt x="36195" y="7144"/>
                    <a:pt x="72009" y="7144"/>
                  </a:cubicBezTo>
                  <a:lnTo>
                    <a:pt x="390620" y="7144"/>
                  </a:lnTo>
                  <a:cubicBezTo>
                    <a:pt x="426434" y="7144"/>
                    <a:pt x="455486" y="36195"/>
                    <a:pt x="455486" y="72009"/>
                  </a:cubicBezTo>
                  <a:lnTo>
                    <a:pt x="455486" y="72009"/>
                  </a:lnTo>
                  <a:cubicBezTo>
                    <a:pt x="455486" y="107823"/>
                    <a:pt x="426434" y="136970"/>
                    <a:pt x="390620" y="136970"/>
                  </a:cubicBez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60" name="Полилиния: фигура 31">
              <a:extLst>
                <a:ext uri="{FF2B5EF4-FFF2-40B4-BE49-F238E27FC236}">
                  <a16:creationId xmlns:a16="http://schemas.microsoft.com/office/drawing/2014/main" id="{2562F822-584E-42F3-90F5-8930B901BF0A}"/>
                </a:ext>
              </a:extLst>
            </p:cNvPr>
            <p:cNvSpPr/>
            <p:nvPr/>
          </p:nvSpPr>
          <p:spPr bwMode="auto">
            <a:xfrm>
              <a:off x="6202585" y="1685544"/>
              <a:ext cx="66675" cy="66675"/>
            </a:xfrm>
            <a:custGeom>
              <a:avLst/>
              <a:gdLst>
                <a:gd name="connsiteX0" fmla="*/ 63913 w 66675"/>
                <a:gd name="connsiteY0" fmla="*/ 35528 h 66675"/>
                <a:gd name="connsiteX1" fmla="*/ 35528 w 66675"/>
                <a:gd name="connsiteY1" fmla="*/ 63913 h 66675"/>
                <a:gd name="connsiteX2" fmla="*/ 7144 w 66675"/>
                <a:gd name="connsiteY2" fmla="*/ 35528 h 66675"/>
                <a:gd name="connsiteX3" fmla="*/ 35528 w 66675"/>
                <a:gd name="connsiteY3" fmla="*/ 7144 h 66675"/>
                <a:gd name="connsiteX4" fmla="*/ 63913 w 66675"/>
                <a:gd name="connsiteY4" fmla="*/ 3552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66675" extrusionOk="0">
                  <a:moveTo>
                    <a:pt x="63913" y="35528"/>
                  </a:moveTo>
                  <a:cubicBezTo>
                    <a:pt x="63913" y="51205"/>
                    <a:pt x="51205" y="63913"/>
                    <a:pt x="35528" y="63913"/>
                  </a:cubicBezTo>
                  <a:cubicBezTo>
                    <a:pt x="19852" y="63913"/>
                    <a:pt x="7144" y="51205"/>
                    <a:pt x="7144" y="35528"/>
                  </a:cubicBezTo>
                  <a:cubicBezTo>
                    <a:pt x="7144" y="19852"/>
                    <a:pt x="19852" y="7144"/>
                    <a:pt x="35528" y="7144"/>
                  </a:cubicBezTo>
                  <a:cubicBezTo>
                    <a:pt x="51205" y="7144"/>
                    <a:pt x="63913" y="19852"/>
                    <a:pt x="63913" y="35528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pic>
          <p:nvPicPr>
            <p:cNvPr id="61" name="Рисунок 60">
              <a:extLst>
                <a:ext uri="{FF2B5EF4-FFF2-40B4-BE49-F238E27FC236}">
                  <a16:creationId xmlns:a16="http://schemas.microsoft.com/office/drawing/2014/main" id="{BBB3DB3E-8724-480F-A54C-CEE5036A7A4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tretch/>
          </p:blipFill>
          <p:spPr bwMode="auto">
            <a:xfrm>
              <a:off x="6210967" y="1694212"/>
              <a:ext cx="57150" cy="47625"/>
            </a:xfrm>
            <a:custGeom>
              <a:avLst/>
              <a:gdLst>
                <a:gd name="connsiteX0" fmla="*/ 0 w 57150"/>
                <a:gd name="connsiteY0" fmla="*/ 0 h 47625"/>
                <a:gd name="connsiteX1" fmla="*/ 57150 w 57150"/>
                <a:gd name="connsiteY1" fmla="*/ 0 h 47625"/>
                <a:gd name="connsiteX2" fmla="*/ 57150 w 57150"/>
                <a:gd name="connsiteY2" fmla="*/ 57150 h 47625"/>
                <a:gd name="connsiteX3" fmla="*/ 0 w 57150"/>
                <a:gd name="connsiteY3" fmla="*/ 5715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" h="47625" extrusionOk="0">
                  <a:moveTo>
                    <a:pt x="0" y="0"/>
                  </a:moveTo>
                  <a:lnTo>
                    <a:pt x="57150" y="0"/>
                  </a:lnTo>
                  <a:lnTo>
                    <a:pt x="57150" y="57150"/>
                  </a:lnTo>
                  <a:lnTo>
                    <a:pt x="0" y="57150"/>
                  </a:lnTo>
                  <a:close/>
                </a:path>
              </a:pathLst>
            </a:custGeom>
            <a:ln/>
          </p:spPr>
        </p:pic>
        <p:sp>
          <p:nvSpPr>
            <p:cNvPr id="62" name="Полилиния: фигура 33">
              <a:extLst>
                <a:ext uri="{FF2B5EF4-FFF2-40B4-BE49-F238E27FC236}">
                  <a16:creationId xmlns:a16="http://schemas.microsoft.com/office/drawing/2014/main" id="{487B6A7C-41EE-41CF-8BC4-9655CB17E27C}"/>
                </a:ext>
              </a:extLst>
            </p:cNvPr>
            <p:cNvSpPr/>
            <p:nvPr/>
          </p:nvSpPr>
          <p:spPr bwMode="auto">
            <a:xfrm>
              <a:off x="6214777" y="1697736"/>
              <a:ext cx="38100" cy="38100"/>
            </a:xfrm>
            <a:custGeom>
              <a:avLst/>
              <a:gdLst>
                <a:gd name="connsiteX0" fmla="*/ 39529 w 38100"/>
                <a:gd name="connsiteY0" fmla="*/ 23336 h 38100"/>
                <a:gd name="connsiteX1" fmla="*/ 23336 w 38100"/>
                <a:gd name="connsiteY1" fmla="*/ 39529 h 38100"/>
                <a:gd name="connsiteX2" fmla="*/ 7144 w 38100"/>
                <a:gd name="connsiteY2" fmla="*/ 23336 h 38100"/>
                <a:gd name="connsiteX3" fmla="*/ 23336 w 38100"/>
                <a:gd name="connsiteY3" fmla="*/ 7144 h 38100"/>
                <a:gd name="connsiteX4" fmla="*/ 39529 w 38100"/>
                <a:gd name="connsiteY4" fmla="*/ 23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extrusionOk="0">
                  <a:moveTo>
                    <a:pt x="39529" y="23336"/>
                  </a:moveTo>
                  <a:cubicBezTo>
                    <a:pt x="39529" y="32279"/>
                    <a:pt x="32279" y="39529"/>
                    <a:pt x="23336" y="39529"/>
                  </a:cubicBezTo>
                  <a:cubicBezTo>
                    <a:pt x="14393" y="39529"/>
                    <a:pt x="7144" y="32279"/>
                    <a:pt x="7144" y="23336"/>
                  </a:cubicBezTo>
                  <a:cubicBezTo>
                    <a:pt x="7144" y="14393"/>
                    <a:pt x="14393" y="7144"/>
                    <a:pt x="23336" y="7144"/>
                  </a:cubicBezTo>
                  <a:cubicBezTo>
                    <a:pt x="32279" y="7144"/>
                    <a:pt x="39529" y="14393"/>
                    <a:pt x="39529" y="23336"/>
                  </a:cubicBezTo>
                  <a:close/>
                </a:path>
              </a:pathLst>
            </a:custGeom>
            <a:solidFill>
              <a:srgbClr val="0B131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63" name="Полилиния: фигура 34">
              <a:extLst>
                <a:ext uri="{FF2B5EF4-FFF2-40B4-BE49-F238E27FC236}">
                  <a16:creationId xmlns:a16="http://schemas.microsoft.com/office/drawing/2014/main" id="{52E83242-E8EB-4D5A-8D5C-4F7DA27533AB}"/>
                </a:ext>
              </a:extLst>
            </p:cNvPr>
            <p:cNvSpPr/>
            <p:nvPr/>
          </p:nvSpPr>
          <p:spPr bwMode="auto"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extrusionOk="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64" name="Полилиния: фигура 35">
              <a:extLst>
                <a:ext uri="{FF2B5EF4-FFF2-40B4-BE49-F238E27FC236}">
                  <a16:creationId xmlns:a16="http://schemas.microsoft.com/office/drawing/2014/main" id="{8102020C-045C-48E9-91F4-4A5945275D5F}"/>
                </a:ext>
              </a:extLst>
            </p:cNvPr>
            <p:cNvSpPr/>
            <p:nvPr/>
          </p:nvSpPr>
          <p:spPr bwMode="auto">
            <a:xfrm>
              <a:off x="6216682" y="1699736"/>
              <a:ext cx="38100" cy="38100"/>
            </a:xfrm>
            <a:custGeom>
              <a:avLst/>
              <a:gdLst>
                <a:gd name="connsiteX0" fmla="*/ 35528 w 38100"/>
                <a:gd name="connsiteY0" fmla="*/ 21336 h 38100"/>
                <a:gd name="connsiteX1" fmla="*/ 21336 w 38100"/>
                <a:gd name="connsiteY1" fmla="*/ 35528 h 38100"/>
                <a:gd name="connsiteX2" fmla="*/ 7144 w 38100"/>
                <a:gd name="connsiteY2" fmla="*/ 21336 h 38100"/>
                <a:gd name="connsiteX3" fmla="*/ 21336 w 38100"/>
                <a:gd name="connsiteY3" fmla="*/ 7144 h 38100"/>
                <a:gd name="connsiteX4" fmla="*/ 35528 w 38100"/>
                <a:gd name="connsiteY4" fmla="*/ 21336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100" h="38100" extrusionOk="0">
                  <a:moveTo>
                    <a:pt x="35528" y="21336"/>
                  </a:moveTo>
                  <a:cubicBezTo>
                    <a:pt x="35528" y="29147"/>
                    <a:pt x="29147" y="35528"/>
                    <a:pt x="21336" y="35528"/>
                  </a:cubicBezTo>
                  <a:cubicBezTo>
                    <a:pt x="13525" y="35528"/>
                    <a:pt x="7144" y="29242"/>
                    <a:pt x="7144" y="21336"/>
                  </a:cubicBezTo>
                  <a:cubicBezTo>
                    <a:pt x="7144" y="13430"/>
                    <a:pt x="13430" y="7144"/>
                    <a:pt x="21336" y="7144"/>
                  </a:cubicBezTo>
                  <a:cubicBezTo>
                    <a:pt x="29242" y="7144"/>
                    <a:pt x="35528" y="13430"/>
                    <a:pt x="35528" y="21336"/>
                  </a:cubicBezTo>
                  <a:close/>
                </a:path>
              </a:pathLst>
            </a:custGeom>
            <a:solidFill>
              <a:srgbClr val="231F2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sp>
          <p:nvSpPr>
            <p:cNvPr id="65" name="Полилиния: фигура 36">
              <a:extLst>
                <a:ext uri="{FF2B5EF4-FFF2-40B4-BE49-F238E27FC236}">
                  <a16:creationId xmlns:a16="http://schemas.microsoft.com/office/drawing/2014/main" id="{19AB1B8A-9FCC-4A23-A331-23D8E60B3734}"/>
                </a:ext>
              </a:extLst>
            </p:cNvPr>
            <p:cNvSpPr/>
            <p:nvPr/>
          </p:nvSpPr>
          <p:spPr bwMode="auto">
            <a:xfrm>
              <a:off x="6233635" y="1716215"/>
              <a:ext cx="19050" cy="19050"/>
            </a:xfrm>
            <a:custGeom>
              <a:avLst/>
              <a:gdLst>
                <a:gd name="connsiteX0" fmla="*/ 17240 w 19050"/>
                <a:gd name="connsiteY0" fmla="*/ 12192 h 19050"/>
                <a:gd name="connsiteX1" fmla="*/ 12192 w 19050"/>
                <a:gd name="connsiteY1" fmla="*/ 7144 h 19050"/>
                <a:gd name="connsiteX2" fmla="*/ 7144 w 19050"/>
                <a:gd name="connsiteY2" fmla="*/ 12192 h 19050"/>
                <a:gd name="connsiteX3" fmla="*/ 12192 w 19050"/>
                <a:gd name="connsiteY3" fmla="*/ 17240 h 19050"/>
                <a:gd name="connsiteX4" fmla="*/ 17240 w 19050"/>
                <a:gd name="connsiteY4" fmla="*/ 12192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 extrusionOk="0">
                  <a:moveTo>
                    <a:pt x="17240" y="12192"/>
                  </a:moveTo>
                  <a:cubicBezTo>
                    <a:pt x="17240" y="9430"/>
                    <a:pt x="14954" y="7144"/>
                    <a:pt x="12192" y="7144"/>
                  </a:cubicBezTo>
                  <a:cubicBezTo>
                    <a:pt x="9430" y="7144"/>
                    <a:pt x="7144" y="9430"/>
                    <a:pt x="7144" y="12192"/>
                  </a:cubicBezTo>
                  <a:cubicBezTo>
                    <a:pt x="7144" y="14954"/>
                    <a:pt x="9430" y="17240"/>
                    <a:pt x="12192" y="17240"/>
                  </a:cubicBezTo>
                  <a:cubicBezTo>
                    <a:pt x="14954" y="17240"/>
                    <a:pt x="17240" y="14954"/>
                    <a:pt x="17240" y="12192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</p:grpSp>
      <p:sp>
        <p:nvSpPr>
          <p:cNvPr id="93" name="Текст 6">
            <a:extLst>
              <a:ext uri="{FF2B5EF4-FFF2-40B4-BE49-F238E27FC236}">
                <a16:creationId xmlns:a16="http://schemas.microsoft.com/office/drawing/2014/main" id="{89DDA965-E1D3-4479-8384-1E31095E79BE}"/>
              </a:ext>
            </a:extLst>
          </p:cNvPr>
          <p:cNvSpPr txBox="1">
            <a:spLocks/>
          </p:cNvSpPr>
          <p:nvPr/>
        </p:nvSpPr>
        <p:spPr bwMode="auto">
          <a:xfrm>
            <a:off x="434121" y="5042392"/>
            <a:ext cx="2706185" cy="15774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Font typeface="Arial"/>
              <a:buChar char="•"/>
              <a:defRPr sz="14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  <a:defRPr/>
            </a:pPr>
            <a:endParaRPr lang="ru-RU" sz="1200" dirty="0">
              <a:solidFill>
                <a:schemeClr val="accent5"/>
              </a:solidFill>
              <a:latin typeface="Montserrat"/>
            </a:endParaRPr>
          </a:p>
        </p:txBody>
      </p:sp>
      <p:sp>
        <p:nvSpPr>
          <p:cNvPr id="96" name="Прямоугольник: скругленные углы 95">
            <a:extLst>
              <a:ext uri="{FF2B5EF4-FFF2-40B4-BE49-F238E27FC236}">
                <a16:creationId xmlns:a16="http://schemas.microsoft.com/office/drawing/2014/main" id="{04E0E34B-4249-4729-858F-53FF41475C74}"/>
              </a:ext>
            </a:extLst>
          </p:cNvPr>
          <p:cNvSpPr/>
          <p:nvPr/>
        </p:nvSpPr>
        <p:spPr>
          <a:xfrm>
            <a:off x="282258" y="5340470"/>
            <a:ext cx="2858048" cy="8001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Новый сотрудник</a:t>
            </a:r>
          </a:p>
        </p:txBody>
      </p:sp>
      <p:sp>
        <p:nvSpPr>
          <p:cNvPr id="97" name="Прямоугольник: скругленные углы 96">
            <a:extLst>
              <a:ext uri="{FF2B5EF4-FFF2-40B4-BE49-F238E27FC236}">
                <a16:creationId xmlns:a16="http://schemas.microsoft.com/office/drawing/2014/main" id="{C6A1B00D-56AD-4ABD-9D1E-982836C8E9AC}"/>
              </a:ext>
            </a:extLst>
          </p:cNvPr>
          <p:cNvSpPr/>
          <p:nvPr/>
        </p:nvSpPr>
        <p:spPr>
          <a:xfrm>
            <a:off x="3106076" y="5375821"/>
            <a:ext cx="2858048" cy="8001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HR-</a:t>
            </a:r>
            <a:r>
              <a:rPr lang="ru-RU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специалист</a:t>
            </a:r>
          </a:p>
        </p:txBody>
      </p:sp>
      <p:sp>
        <p:nvSpPr>
          <p:cNvPr id="98" name="Прямоугольник: скругленные углы 97">
            <a:extLst>
              <a:ext uri="{FF2B5EF4-FFF2-40B4-BE49-F238E27FC236}">
                <a16:creationId xmlns:a16="http://schemas.microsoft.com/office/drawing/2014/main" id="{8EE2C0D9-61E0-40C5-9E0F-74B07736DD31}"/>
              </a:ext>
            </a:extLst>
          </p:cNvPr>
          <p:cNvSpPr/>
          <p:nvPr/>
        </p:nvSpPr>
        <p:spPr>
          <a:xfrm>
            <a:off x="6074498" y="5364398"/>
            <a:ext cx="2858048" cy="8001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Руководитель отдела</a:t>
            </a:r>
          </a:p>
        </p:txBody>
      </p:sp>
      <p:sp>
        <p:nvSpPr>
          <p:cNvPr id="99" name="Прямоугольник: скругленные углы 98">
            <a:extLst>
              <a:ext uri="{FF2B5EF4-FFF2-40B4-BE49-F238E27FC236}">
                <a16:creationId xmlns:a16="http://schemas.microsoft.com/office/drawing/2014/main" id="{403685D0-7CAD-4209-9EE6-125F83DDFF1A}"/>
              </a:ext>
            </a:extLst>
          </p:cNvPr>
          <p:cNvSpPr/>
          <p:nvPr/>
        </p:nvSpPr>
        <p:spPr>
          <a:xfrm>
            <a:off x="9114578" y="2968404"/>
            <a:ext cx="2858048" cy="8001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Руководитель направления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0B0B049-A9D9-4985-8D7B-5272DE0129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699" y="1192537"/>
            <a:ext cx="1667813" cy="3618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" name="Полилиния: фигура 13">
            <a:extLst>
              <a:ext uri="{FF2B5EF4-FFF2-40B4-BE49-F238E27FC236}">
                <a16:creationId xmlns:a16="http://schemas.microsoft.com/office/drawing/2014/main" id="{F5E0C258-3E16-4793-94FC-0CB0633CE67E}"/>
              </a:ext>
            </a:extLst>
          </p:cNvPr>
          <p:cNvSpPr/>
          <p:nvPr/>
        </p:nvSpPr>
        <p:spPr bwMode="auto">
          <a:xfrm>
            <a:off x="899793" y="1117480"/>
            <a:ext cx="1800162" cy="3744722"/>
          </a:xfrm>
          <a:custGeom>
            <a:avLst/>
            <a:gdLst>
              <a:gd name="connsiteX0" fmla="*/ 1525905 w 1781175"/>
              <a:gd name="connsiteY0" fmla="*/ 7144 h 3705225"/>
              <a:gd name="connsiteX1" fmla="*/ 257461 w 1781175"/>
              <a:gd name="connsiteY1" fmla="*/ 7144 h 3705225"/>
              <a:gd name="connsiteX2" fmla="*/ 7144 w 1781175"/>
              <a:gd name="connsiteY2" fmla="*/ 257461 h 3705225"/>
              <a:gd name="connsiteX3" fmla="*/ 7144 w 1781175"/>
              <a:gd name="connsiteY3" fmla="*/ 3450050 h 3705225"/>
              <a:gd name="connsiteX4" fmla="*/ 257461 w 1781175"/>
              <a:gd name="connsiteY4" fmla="*/ 3700367 h 3705225"/>
              <a:gd name="connsiteX5" fmla="*/ 1525905 w 1781175"/>
              <a:gd name="connsiteY5" fmla="*/ 3700367 h 3705225"/>
              <a:gd name="connsiteX6" fmla="*/ 1776222 w 1781175"/>
              <a:gd name="connsiteY6" fmla="*/ 3450050 h 3705225"/>
              <a:gd name="connsiteX7" fmla="*/ 1776222 w 1781175"/>
              <a:gd name="connsiteY7" fmla="*/ 257461 h 3705225"/>
              <a:gd name="connsiteX8" fmla="*/ 1525905 w 1781175"/>
              <a:gd name="connsiteY8" fmla="*/ 7144 h 3705225"/>
              <a:gd name="connsiteX9" fmla="*/ 1751933 w 1781175"/>
              <a:gd name="connsiteY9" fmla="*/ 3441287 h 3705225"/>
              <a:gd name="connsiteX10" fmla="*/ 1517142 w 1781175"/>
              <a:gd name="connsiteY10" fmla="*/ 3676079 h 3705225"/>
              <a:gd name="connsiteX11" fmla="*/ 266224 w 1781175"/>
              <a:gd name="connsiteY11" fmla="*/ 3676079 h 3705225"/>
              <a:gd name="connsiteX12" fmla="*/ 31433 w 1781175"/>
              <a:gd name="connsiteY12" fmla="*/ 3441287 h 3705225"/>
              <a:gd name="connsiteX13" fmla="*/ 31433 w 1781175"/>
              <a:gd name="connsiteY13" fmla="*/ 266224 h 3705225"/>
              <a:gd name="connsiteX14" fmla="*/ 266224 w 1781175"/>
              <a:gd name="connsiteY14" fmla="*/ 31433 h 3705225"/>
              <a:gd name="connsiteX15" fmla="*/ 1517047 w 1781175"/>
              <a:gd name="connsiteY15" fmla="*/ 31433 h 3705225"/>
              <a:gd name="connsiteX16" fmla="*/ 1751838 w 1781175"/>
              <a:gd name="connsiteY16" fmla="*/ 266224 h 3705225"/>
              <a:gd name="connsiteX17" fmla="*/ 1751838 w 1781175"/>
              <a:gd name="connsiteY17" fmla="*/ 3441287 h 3705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781175" h="3705225" extrusionOk="0">
                <a:moveTo>
                  <a:pt x="1525905" y="7144"/>
                </a:moveTo>
                <a:lnTo>
                  <a:pt x="257461" y="7144"/>
                </a:lnTo>
                <a:cubicBezTo>
                  <a:pt x="119253" y="7144"/>
                  <a:pt x="7144" y="119253"/>
                  <a:pt x="7144" y="257461"/>
                </a:cubicBezTo>
                <a:lnTo>
                  <a:pt x="7144" y="3450050"/>
                </a:lnTo>
                <a:cubicBezTo>
                  <a:pt x="7144" y="3588258"/>
                  <a:pt x="119253" y="3700367"/>
                  <a:pt x="257461" y="3700367"/>
                </a:cubicBezTo>
                <a:lnTo>
                  <a:pt x="1525905" y="3700367"/>
                </a:lnTo>
                <a:cubicBezTo>
                  <a:pt x="1664113" y="3700367"/>
                  <a:pt x="1776222" y="3588258"/>
                  <a:pt x="1776222" y="3450050"/>
                </a:cubicBezTo>
                <a:lnTo>
                  <a:pt x="1776222" y="257461"/>
                </a:lnTo>
                <a:cubicBezTo>
                  <a:pt x="1776222" y="119253"/>
                  <a:pt x="1664113" y="7144"/>
                  <a:pt x="1525905" y="7144"/>
                </a:cubicBezTo>
                <a:close/>
                <a:moveTo>
                  <a:pt x="1751933" y="3441287"/>
                </a:moveTo>
                <a:cubicBezTo>
                  <a:pt x="1751933" y="3570923"/>
                  <a:pt x="1646777" y="3676079"/>
                  <a:pt x="1517142" y="3676079"/>
                </a:cubicBezTo>
                <a:lnTo>
                  <a:pt x="266224" y="3676079"/>
                </a:lnTo>
                <a:cubicBezTo>
                  <a:pt x="136589" y="3676079"/>
                  <a:pt x="31433" y="3570923"/>
                  <a:pt x="31433" y="3441287"/>
                </a:cubicBezTo>
                <a:lnTo>
                  <a:pt x="31433" y="266224"/>
                </a:lnTo>
                <a:cubicBezTo>
                  <a:pt x="31433" y="136589"/>
                  <a:pt x="136589" y="31433"/>
                  <a:pt x="266224" y="31433"/>
                </a:cubicBezTo>
                <a:lnTo>
                  <a:pt x="1517047" y="31433"/>
                </a:lnTo>
                <a:cubicBezTo>
                  <a:pt x="1646682" y="31433"/>
                  <a:pt x="1751838" y="136589"/>
                  <a:pt x="1751838" y="266224"/>
                </a:cubicBezTo>
                <a:lnTo>
                  <a:pt x="1751838" y="3441287"/>
                </a:lnTo>
                <a:close/>
              </a:path>
            </a:pathLst>
          </a:custGeom>
          <a:solidFill>
            <a:srgbClr val="FE095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  <p:pic>
        <p:nvPicPr>
          <p:cNvPr id="100" name="Picture 4">
            <a:extLst>
              <a:ext uri="{FF2B5EF4-FFF2-40B4-BE49-F238E27FC236}">
                <a16:creationId xmlns:a16="http://schemas.microsoft.com/office/drawing/2014/main" id="{40C516C3-44C0-471C-8F7D-5D5AD6314F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7533" y="1258883"/>
            <a:ext cx="1589335" cy="3448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6E13D130-A53B-4289-A32F-579E47C488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9193" y="1183055"/>
            <a:ext cx="1640091" cy="3555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4135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CD6CDB4-2B55-44B8-8912-3F6C46BC73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943726"/>
          </a:xfrm>
          <a:prstGeom prst="rect">
            <a:avLst/>
          </a:prstGeom>
        </p:spPr>
      </p:pic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AEEA8596-6E32-42A8-A0D4-711E4FD0CFDF}"/>
              </a:ext>
            </a:extLst>
          </p:cNvPr>
          <p:cNvSpPr/>
          <p:nvPr/>
        </p:nvSpPr>
        <p:spPr>
          <a:xfrm>
            <a:off x="3854132" y="219075"/>
            <a:ext cx="5127943" cy="8001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Новый сотрудник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A09CE7-AECC-434D-8FA6-756F3650EE8D}"/>
              </a:ext>
            </a:extLst>
          </p:cNvPr>
          <p:cNvSpPr txBox="1"/>
          <p:nvPr/>
        </p:nvSpPr>
        <p:spPr>
          <a:xfrm>
            <a:off x="4000499" y="1415147"/>
            <a:ext cx="76631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Персональное сопровождение в течение первых 3 месяцев работы</a:t>
            </a:r>
            <a:endParaRPr lang="ru-RU" sz="2000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AF2260-9D00-48B7-8B52-70C17572EE2B}"/>
              </a:ext>
            </a:extLst>
          </p:cNvPr>
          <p:cNvSpPr txBox="1"/>
          <p:nvPr/>
        </p:nvSpPr>
        <p:spPr>
          <a:xfrm>
            <a:off x="4000499" y="2272784"/>
            <a:ext cx="76631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Доступ через мессенджер МАКС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47532E6-B63C-4E7E-94EC-E4D23DBA1C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0191" y="2853422"/>
            <a:ext cx="5153743" cy="1009791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8E07573-F7BD-4F9B-9BF0-F8C81A2637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0192" y="4090020"/>
            <a:ext cx="5153744" cy="1000265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DD4AC534-0B26-4FDC-A973-19E692151A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00192" y="5311117"/>
            <a:ext cx="5153742" cy="962159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D51CDDDD-DB24-4BF9-8ADC-2ABBD4A8E9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893" y="85725"/>
            <a:ext cx="31607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3459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43FD6933-3CBD-4753-9C65-926885752F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AEEA8596-6E32-42A8-A0D4-711E4FD0CFDF}"/>
              </a:ext>
            </a:extLst>
          </p:cNvPr>
          <p:cNvSpPr/>
          <p:nvPr/>
        </p:nvSpPr>
        <p:spPr>
          <a:xfrm>
            <a:off x="3532028" y="209550"/>
            <a:ext cx="5127943" cy="8001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Новый сотрудник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7659C8-3924-46C3-8BFB-60A888B28740}"/>
              </a:ext>
            </a:extLst>
          </p:cNvPr>
          <p:cNvSpPr txBox="1"/>
          <p:nvPr/>
        </p:nvSpPr>
        <p:spPr>
          <a:xfrm>
            <a:off x="322103" y="1410771"/>
            <a:ext cx="50214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u="sng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Сотрудник без опыта работы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612C0B-69C0-49FD-84E9-DBF25552C578}"/>
              </a:ext>
            </a:extLst>
          </p:cNvPr>
          <p:cNvSpPr txBox="1"/>
          <p:nvPr/>
        </p:nvSpPr>
        <p:spPr>
          <a:xfrm>
            <a:off x="6848477" y="1410771"/>
            <a:ext cx="50214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u="sng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Сотрудник без опыта работы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5B78C2-437C-49B2-9860-615B7D55943D}"/>
              </a:ext>
            </a:extLst>
          </p:cNvPr>
          <p:cNvSpPr txBox="1"/>
          <p:nvPr/>
        </p:nvSpPr>
        <p:spPr>
          <a:xfrm>
            <a:off x="322103" y="2097255"/>
            <a:ext cx="486902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Подробный </a:t>
            </a:r>
            <a:r>
              <a:rPr lang="ru-RU" sz="160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менторинг</a:t>
            </a:r>
            <a:r>
              <a:rPr lang="ru-RU" sz="16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и предупреждение типичных ошибок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BDAAB6D-67D2-4987-B391-1BBBE23CCAE6}"/>
              </a:ext>
            </a:extLst>
          </p:cNvPr>
          <p:cNvSpPr txBox="1"/>
          <p:nvPr/>
        </p:nvSpPr>
        <p:spPr>
          <a:xfrm>
            <a:off x="322104" y="2906849"/>
            <a:ext cx="5335746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Пакет документов для трудоустройства             </a:t>
            </a:r>
          </a:p>
          <a:p>
            <a:r>
              <a:rPr lang="ru-RU" sz="14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Разъясняет разницу между бумажной трудовой и электронной выпиской СТД-Р с Госуслуг, подсказывает где взять справку СНИЛС и ИНН, напоминает про 2 фото 3х4 для завода GTP.</a:t>
            </a:r>
            <a:endParaRPr lang="ru-RU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01DF02D-5D78-460D-82CA-77B169D9CBC7}"/>
              </a:ext>
            </a:extLst>
          </p:cNvPr>
          <p:cNvSpPr txBox="1"/>
          <p:nvPr/>
        </p:nvSpPr>
        <p:spPr>
          <a:xfrm>
            <a:off x="322103" y="4266871"/>
            <a:ext cx="5430997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Первый рабочий день шаг за шагом</a:t>
            </a:r>
          </a:p>
          <a:p>
            <a:r>
              <a:rPr lang="ru-RU" sz="14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Как пройти через бюро пропусков, где находится закреплённое рабочее место, время обеденного перерыва, правила получения спецодежды и инструктаж по безопасности.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11B8005-E6CC-49B1-9F4D-66DD9BE693BB}"/>
              </a:ext>
            </a:extLst>
          </p:cNvPr>
          <p:cNvSpPr txBox="1"/>
          <p:nvPr/>
        </p:nvSpPr>
        <p:spPr>
          <a:xfrm>
            <a:off x="6848477" y="2053485"/>
            <a:ext cx="4800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Лаконичный формат: рабочие регламенты и цели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6763DBE-FADD-496A-889A-02477C248802}"/>
              </a:ext>
            </a:extLst>
          </p:cNvPr>
          <p:cNvSpPr txBox="1"/>
          <p:nvPr/>
        </p:nvSpPr>
        <p:spPr>
          <a:xfrm>
            <a:off x="6848476" y="2819309"/>
            <a:ext cx="5229223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Проверка рабочих доступов</a:t>
            </a:r>
          </a:p>
          <a:p>
            <a:r>
              <a:rPr lang="ru-RU" sz="16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Оперативный чек-лист готовности учётных записей в 1С:ERP, корпоративном телефонном справочнике ATS и доступов к сетевым папкам подразделения.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53F5F8F-8CD2-4415-A697-2115A8CD6766}"/>
              </a:ext>
            </a:extLst>
          </p:cNvPr>
          <p:cNvSpPr txBox="1"/>
          <p:nvPr/>
        </p:nvSpPr>
        <p:spPr>
          <a:xfrm>
            <a:off x="6691311" y="4325671"/>
            <a:ext cx="5348288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Цели испытательного срока</a:t>
            </a:r>
          </a:p>
          <a:p>
            <a:r>
              <a:rPr lang="ru-RU" sz="16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Памятка по согласованию первых задач и ключевых показателей с руководителем отдела без избыточных базовых инструкций</a:t>
            </a:r>
            <a:r>
              <a:rPr lang="ru-RU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120418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CD6CDB4-2B55-44B8-8912-3F6C46BC73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943726"/>
          </a:xfrm>
          <a:prstGeom prst="rect">
            <a:avLst/>
          </a:prstGeom>
        </p:spPr>
      </p:pic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AEEA8596-6E32-42A8-A0D4-711E4FD0CFDF}"/>
              </a:ext>
            </a:extLst>
          </p:cNvPr>
          <p:cNvSpPr/>
          <p:nvPr/>
        </p:nvSpPr>
        <p:spPr>
          <a:xfrm>
            <a:off x="3854132" y="219075"/>
            <a:ext cx="5127943" cy="8001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HR-</a:t>
            </a:r>
            <a:r>
              <a:rPr lang="ru-RU" sz="40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специалист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A09CE7-AECC-434D-8FA6-756F3650EE8D}"/>
              </a:ext>
            </a:extLst>
          </p:cNvPr>
          <p:cNvSpPr txBox="1"/>
          <p:nvPr/>
        </p:nvSpPr>
        <p:spPr>
          <a:xfrm>
            <a:off x="4000499" y="1415147"/>
            <a:ext cx="76631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Единое окно контроля адаптации и оперативной помощи сотрудникам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AF2260-9D00-48B7-8B52-70C17572EE2B}"/>
              </a:ext>
            </a:extLst>
          </p:cNvPr>
          <p:cNvSpPr txBox="1"/>
          <p:nvPr/>
        </p:nvSpPr>
        <p:spPr>
          <a:xfrm>
            <a:off x="4000499" y="2272784"/>
            <a:ext cx="76631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Доступ через мессенджер МАКС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506174A-74AE-4491-9630-0EC91282AA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0192" y="3019368"/>
            <a:ext cx="5144216" cy="902862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6CFC7FE-9D4E-45C5-BDC0-38FE4FEAA1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0191" y="4119414"/>
            <a:ext cx="5144217" cy="107473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5EB92CD-5FC4-42E5-B646-83E6A2930ED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8764"/>
          <a:stretch/>
        </p:blipFill>
        <p:spPr>
          <a:xfrm>
            <a:off x="4100192" y="5429657"/>
            <a:ext cx="5144218" cy="1051667"/>
          </a:xfrm>
          <a:prstGeom prst="rect">
            <a:avLst/>
          </a:prstGeom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0CB76766-73E3-4B7A-ACAC-1EA901B007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739" y="0"/>
            <a:ext cx="31607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46293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6E6C1BB-7DF1-4B9E-8258-EBE18D5A9D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943726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8F8F8C57-A97A-462D-941B-B07B42D4A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988" y="42862"/>
            <a:ext cx="38258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35F1D7D-68AA-46A3-95F1-7BF24951F21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9119" t="69773"/>
          <a:stretch/>
        </p:blipFill>
        <p:spPr>
          <a:xfrm>
            <a:off x="4359907" y="5142742"/>
            <a:ext cx="6679568" cy="1420274"/>
          </a:xfrm>
          <a:prstGeom prst="rect">
            <a:avLst/>
          </a:prstGeom>
        </p:spPr>
      </p:pic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C99B870D-14AE-4363-9165-A61F23751F67}"/>
              </a:ext>
            </a:extLst>
          </p:cNvPr>
          <p:cNvGrpSpPr/>
          <p:nvPr/>
        </p:nvGrpSpPr>
        <p:grpSpPr>
          <a:xfrm>
            <a:off x="4359907" y="905728"/>
            <a:ext cx="6679568" cy="2941520"/>
            <a:chOff x="4378957" y="125530"/>
            <a:chExt cx="5803268" cy="2417644"/>
          </a:xfrm>
        </p:grpSpPr>
        <p:pic>
          <p:nvPicPr>
            <p:cNvPr id="3" name="Рисунок 2">
              <a:extLst>
                <a:ext uri="{FF2B5EF4-FFF2-40B4-BE49-F238E27FC236}">
                  <a16:creationId xmlns:a16="http://schemas.microsoft.com/office/drawing/2014/main" id="{BF585A41-C3C0-4A7B-9C63-29552843A66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1924" r="51045" b="51076"/>
            <a:stretch/>
          </p:blipFill>
          <p:spPr>
            <a:xfrm>
              <a:off x="4378957" y="125530"/>
              <a:ext cx="5803268" cy="1569920"/>
            </a:xfrm>
            <a:prstGeom prst="rect">
              <a:avLst/>
            </a:prstGeom>
          </p:spPr>
        </p:pic>
        <p:pic>
          <p:nvPicPr>
            <p:cNvPr id="7" name="Рисунок 6">
              <a:extLst>
                <a:ext uri="{FF2B5EF4-FFF2-40B4-BE49-F238E27FC236}">
                  <a16:creationId xmlns:a16="http://schemas.microsoft.com/office/drawing/2014/main" id="{6A562DB5-094E-43B0-B17E-8367B9C267F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77209" r="51045" b="2811"/>
            <a:stretch/>
          </p:blipFill>
          <p:spPr>
            <a:xfrm>
              <a:off x="4378957" y="1695450"/>
              <a:ext cx="5803268" cy="847724"/>
            </a:xfrm>
            <a:prstGeom prst="rect">
              <a:avLst/>
            </a:prstGeom>
          </p:spPr>
        </p:pic>
      </p:grp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A5C99CF-DE68-43FC-B752-51936B8630D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9119" t="24023" b="52554"/>
          <a:stretch/>
        </p:blipFill>
        <p:spPr>
          <a:xfrm>
            <a:off x="4359907" y="4042169"/>
            <a:ext cx="6679568" cy="1100573"/>
          </a:xfrm>
          <a:prstGeom prst="rect">
            <a:avLst/>
          </a:prstGeom>
        </p:spPr>
      </p:pic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C1D5444F-DDD4-4A9D-91D2-7AF234BE69A0}"/>
              </a:ext>
            </a:extLst>
          </p:cNvPr>
          <p:cNvSpPr/>
          <p:nvPr/>
        </p:nvSpPr>
        <p:spPr>
          <a:xfrm>
            <a:off x="4133851" y="42862"/>
            <a:ext cx="6966268" cy="8001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0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Настройка сообщений</a:t>
            </a:r>
          </a:p>
        </p:txBody>
      </p:sp>
    </p:spTree>
    <p:extLst>
      <p:ext uri="{BB962C8B-B14F-4D97-AF65-F5344CB8AC3E}">
        <p14:creationId xmlns:p14="http://schemas.microsoft.com/office/powerpoint/2010/main" val="29616698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CD6CDB4-2B55-44B8-8912-3F6C46BC73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2863"/>
            <a:ext cx="12192000" cy="694372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1AF2260-9D00-48B7-8B52-70C17572EE2B}"/>
              </a:ext>
            </a:extLst>
          </p:cNvPr>
          <p:cNvSpPr txBox="1"/>
          <p:nvPr/>
        </p:nvSpPr>
        <p:spPr>
          <a:xfrm>
            <a:off x="457199" y="1212365"/>
            <a:ext cx="76631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Доступ через мессенджер МАКС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6BB11FAD-63EA-43A0-81A8-7D8AE220F5BE}"/>
              </a:ext>
            </a:extLst>
          </p:cNvPr>
          <p:cNvSpPr/>
          <p:nvPr/>
        </p:nvSpPr>
        <p:spPr>
          <a:xfrm>
            <a:off x="457199" y="221737"/>
            <a:ext cx="6715126" cy="8001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40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Руководитель отдела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D4EC504-029C-49FD-9E61-430CD62B9F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38" y="1879840"/>
            <a:ext cx="7090515" cy="130151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6E5BBB8B-EB49-49A1-AAE7-144EC19C22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137" y="3429000"/>
            <a:ext cx="7329837" cy="1335280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165F206F-E2FA-43C2-AB53-3AA29D1733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199" y="4976135"/>
            <a:ext cx="7343775" cy="1383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6410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CD6CDB4-2B55-44B8-8912-3F6C46BC73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94372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1AF2260-9D00-48B7-8B52-70C17572EE2B}"/>
              </a:ext>
            </a:extLst>
          </p:cNvPr>
          <p:cNvSpPr txBox="1"/>
          <p:nvPr/>
        </p:nvSpPr>
        <p:spPr>
          <a:xfrm>
            <a:off x="1142999" y="1302716"/>
            <a:ext cx="76631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Доступ через мессенджер МАКС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36B57EF-D0A7-42DA-9FB3-1DF1D7CD78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999" y="1910354"/>
            <a:ext cx="7554091" cy="1198163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55EB9D1-8D3E-46FF-90DE-3302F290EC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0413" y="3221398"/>
            <a:ext cx="7554091" cy="1320337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3FB8B901-6A5B-4977-8DE0-36B3A9276A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0413" y="4654616"/>
            <a:ext cx="7554091" cy="1415541"/>
          </a:xfrm>
          <a:prstGeom prst="rect">
            <a:avLst/>
          </a:prstGeom>
        </p:spPr>
      </p:pic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11DB0770-517C-4BBB-A715-28ADEB972324}"/>
              </a:ext>
            </a:extLst>
          </p:cNvPr>
          <p:cNvSpPr/>
          <p:nvPr/>
        </p:nvSpPr>
        <p:spPr>
          <a:xfrm>
            <a:off x="1060217" y="364255"/>
            <a:ext cx="6340707" cy="8001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32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Руководитель направления</a:t>
            </a:r>
          </a:p>
        </p:txBody>
      </p:sp>
    </p:spTree>
    <p:extLst>
      <p:ext uri="{BB962C8B-B14F-4D97-AF65-F5344CB8AC3E}">
        <p14:creationId xmlns:p14="http://schemas.microsoft.com/office/powerpoint/2010/main" val="35955973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71DE916-733D-47F9-8072-C1EB9E7CC3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943726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6558792-03AC-433E-9748-936E8DA2C9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379" y="0"/>
            <a:ext cx="114212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0732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71DE916-733D-47F9-8072-C1EB9E7CC3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94372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843DB59-2FCB-4B2B-A866-CB743985EA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548" y="0"/>
            <a:ext cx="115969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0532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71DE916-733D-47F9-8072-C1EB9E7CC3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94372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450DD27-E735-49F5-AF50-9C08B21BFE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155" y="0"/>
            <a:ext cx="116256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6305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71DE916-733D-47F9-8072-C1EB9E7CC3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943726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12BDE8C-9DFE-4BC7-A8AA-AF68F4F27D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7293"/>
            <a:ext cx="12192000" cy="6543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9579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71DE916-733D-47F9-8072-C1EB9E7CC3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943726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96FE9DA-99F6-45AA-9B3E-F7DA8E6152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892" y="0"/>
            <a:ext cx="113682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9523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54E360B-670A-446C-8F18-56EB7FC5EF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943726"/>
          </a:xfrm>
          <a:prstGeom prst="rect">
            <a:avLst/>
          </a:prstGeom>
        </p:spPr>
      </p:pic>
      <p:sp>
        <p:nvSpPr>
          <p:cNvPr id="4" name="Скругленный прямоугольник 55">
            <a:extLst>
              <a:ext uri="{FF2B5EF4-FFF2-40B4-BE49-F238E27FC236}">
                <a16:creationId xmlns:a16="http://schemas.microsoft.com/office/drawing/2014/main" id="{43CE20A2-9E76-49EB-9F7B-CCEFB414AB4B}"/>
              </a:ext>
            </a:extLst>
          </p:cNvPr>
          <p:cNvSpPr/>
          <p:nvPr/>
        </p:nvSpPr>
        <p:spPr bwMode="auto">
          <a:xfrm>
            <a:off x="327294" y="1960157"/>
            <a:ext cx="2192713" cy="4212044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5" name="Текст 8">
            <a:extLst>
              <a:ext uri="{FF2B5EF4-FFF2-40B4-BE49-F238E27FC236}">
                <a16:creationId xmlns:a16="http://schemas.microsoft.com/office/drawing/2014/main" id="{4AC058DC-6329-45ED-9C03-8125F614B687}"/>
              </a:ext>
            </a:extLst>
          </p:cNvPr>
          <p:cNvSpPr txBox="1"/>
          <p:nvPr/>
        </p:nvSpPr>
        <p:spPr bwMode="auto">
          <a:xfrm>
            <a:off x="499578" y="4688178"/>
            <a:ext cx="1894354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Капитан</a:t>
            </a:r>
          </a:p>
        </p:txBody>
      </p:sp>
      <p:sp>
        <p:nvSpPr>
          <p:cNvPr id="6" name="Текст 8">
            <a:extLst>
              <a:ext uri="{FF2B5EF4-FFF2-40B4-BE49-F238E27FC236}">
                <a16:creationId xmlns:a16="http://schemas.microsoft.com/office/drawing/2014/main" id="{92274828-9035-46D3-89EE-78F0A1C16502}"/>
              </a:ext>
            </a:extLst>
          </p:cNvPr>
          <p:cNvSpPr txBox="1"/>
          <p:nvPr/>
        </p:nvSpPr>
        <p:spPr bwMode="auto">
          <a:xfrm>
            <a:off x="499577" y="406026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 dirty="0">
                <a:solidFill>
                  <a:schemeClr val="accent5"/>
                </a:solidFill>
              </a:rPr>
              <a:t>Елизавета </a:t>
            </a:r>
            <a:r>
              <a:rPr lang="ru-RU" sz="1600" b="1" dirty="0" err="1">
                <a:solidFill>
                  <a:schemeClr val="accent5"/>
                </a:solidFill>
              </a:rPr>
              <a:t>Метальникова</a:t>
            </a:r>
            <a:endParaRPr dirty="0"/>
          </a:p>
        </p:txBody>
      </p:sp>
      <p:sp>
        <p:nvSpPr>
          <p:cNvPr id="7" name="Скругленный прямоугольник 58">
            <a:extLst>
              <a:ext uri="{FF2B5EF4-FFF2-40B4-BE49-F238E27FC236}">
                <a16:creationId xmlns:a16="http://schemas.microsoft.com/office/drawing/2014/main" id="{BEB0A966-E0A0-4870-804B-B7D8898B6C3C}"/>
              </a:ext>
            </a:extLst>
          </p:cNvPr>
          <p:cNvSpPr/>
          <p:nvPr/>
        </p:nvSpPr>
        <p:spPr bwMode="auto">
          <a:xfrm>
            <a:off x="2632612" y="1960157"/>
            <a:ext cx="2192713" cy="4212044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8" name="Текст 8">
            <a:extLst>
              <a:ext uri="{FF2B5EF4-FFF2-40B4-BE49-F238E27FC236}">
                <a16:creationId xmlns:a16="http://schemas.microsoft.com/office/drawing/2014/main" id="{BDA6F6BC-D8B9-4DE9-9D43-157A7E380E91}"/>
              </a:ext>
            </a:extLst>
          </p:cNvPr>
          <p:cNvSpPr txBox="1"/>
          <p:nvPr/>
        </p:nvSpPr>
        <p:spPr bwMode="auto">
          <a:xfrm>
            <a:off x="2804896" y="468817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 dirty="0">
                <a:solidFill>
                  <a:schemeClr val="tx1"/>
                </a:solidFill>
              </a:rPr>
              <a:t>Разработчик приложения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F80D2CC6-E162-411C-9C66-6F822EECDAA6}"/>
              </a:ext>
            </a:extLst>
          </p:cNvPr>
          <p:cNvSpPr txBox="1"/>
          <p:nvPr/>
        </p:nvSpPr>
        <p:spPr bwMode="auto">
          <a:xfrm>
            <a:off x="2804895" y="406026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 dirty="0">
                <a:solidFill>
                  <a:schemeClr val="accent5"/>
                </a:solidFill>
              </a:rPr>
              <a:t>Владимир Соколов</a:t>
            </a:r>
            <a:endParaRPr dirty="0"/>
          </a:p>
        </p:txBody>
      </p:sp>
      <p:sp>
        <p:nvSpPr>
          <p:cNvPr id="10" name="Скругленный прямоугольник 61">
            <a:extLst>
              <a:ext uri="{FF2B5EF4-FFF2-40B4-BE49-F238E27FC236}">
                <a16:creationId xmlns:a16="http://schemas.microsoft.com/office/drawing/2014/main" id="{B8346BDB-9938-42B9-8C35-277D219C8B90}"/>
              </a:ext>
            </a:extLst>
          </p:cNvPr>
          <p:cNvSpPr/>
          <p:nvPr/>
        </p:nvSpPr>
        <p:spPr bwMode="auto">
          <a:xfrm>
            <a:off x="4937931" y="1960156"/>
            <a:ext cx="2192713" cy="4212045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1" name="Текст 8">
            <a:extLst>
              <a:ext uri="{FF2B5EF4-FFF2-40B4-BE49-F238E27FC236}">
                <a16:creationId xmlns:a16="http://schemas.microsoft.com/office/drawing/2014/main" id="{135BDDC9-25E1-4A8E-9428-EA097408F496}"/>
              </a:ext>
            </a:extLst>
          </p:cNvPr>
          <p:cNvSpPr txBox="1"/>
          <p:nvPr/>
        </p:nvSpPr>
        <p:spPr bwMode="auto">
          <a:xfrm>
            <a:off x="5110215" y="468817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en-US" sz="1200" dirty="0">
                <a:solidFill>
                  <a:schemeClr val="tx1"/>
                </a:solidFill>
              </a:rPr>
              <a:t>UX/UI-</a:t>
            </a:r>
            <a:r>
              <a:rPr lang="ru-RU" sz="1200" dirty="0">
                <a:solidFill>
                  <a:schemeClr val="tx1"/>
                </a:solidFill>
              </a:rPr>
              <a:t>дизайнер</a:t>
            </a:r>
          </a:p>
        </p:txBody>
      </p:sp>
      <p:sp>
        <p:nvSpPr>
          <p:cNvPr id="12" name="Текст 8">
            <a:extLst>
              <a:ext uri="{FF2B5EF4-FFF2-40B4-BE49-F238E27FC236}">
                <a16:creationId xmlns:a16="http://schemas.microsoft.com/office/drawing/2014/main" id="{A3ED8F1F-24A3-4DE1-92B2-17521B83CB15}"/>
              </a:ext>
            </a:extLst>
          </p:cNvPr>
          <p:cNvSpPr txBox="1"/>
          <p:nvPr/>
        </p:nvSpPr>
        <p:spPr bwMode="auto">
          <a:xfrm>
            <a:off x="5110214" y="406026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 dirty="0">
                <a:solidFill>
                  <a:schemeClr val="accent5"/>
                </a:solidFill>
              </a:rPr>
              <a:t>Анна </a:t>
            </a:r>
            <a:r>
              <a:rPr lang="ru-RU" sz="1600" b="1" dirty="0" err="1">
                <a:solidFill>
                  <a:schemeClr val="accent5"/>
                </a:solidFill>
              </a:rPr>
              <a:t>Гудымович</a:t>
            </a:r>
            <a:endParaRPr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7580CCD-66F6-4D27-A62E-65D38DB5B67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80" b="7080"/>
          <a:stretch>
            <a:fillRect/>
          </a:stretch>
        </p:blipFill>
        <p:spPr bwMode="auto">
          <a:xfrm>
            <a:off x="561975" y="2265363"/>
            <a:ext cx="1722438" cy="1541462"/>
          </a:xfrm>
          <a:prstGeom prst="rect">
            <a:avLst/>
          </a:prstGeom>
        </p:spPr>
      </p:pic>
      <p:pic>
        <p:nvPicPr>
          <p:cNvPr id="14" name="Picture 2">
            <a:extLst>
              <a:ext uri="{FF2B5EF4-FFF2-40B4-BE49-F238E27FC236}">
                <a16:creationId xmlns:a16="http://schemas.microsoft.com/office/drawing/2014/main" id="{74F50F5C-02F9-411E-8265-281737CAAD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60" b="16060"/>
          <a:stretch>
            <a:fillRect/>
          </a:stretch>
        </p:blipFill>
        <p:spPr bwMode="auto">
          <a:xfrm>
            <a:off x="2867025" y="2247900"/>
            <a:ext cx="1722438" cy="1558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4">
            <a:extLst>
              <a:ext uri="{FF2B5EF4-FFF2-40B4-BE49-F238E27FC236}">
                <a16:creationId xmlns:a16="http://schemas.microsoft.com/office/drawing/2014/main" id="{0F8A2F46-CCFD-47B8-8BD9-1688AD6AB9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5" t="13717" r="-1325" b="25945"/>
          <a:stretch/>
        </p:blipFill>
        <p:spPr bwMode="auto">
          <a:xfrm>
            <a:off x="5195888" y="2247900"/>
            <a:ext cx="1722437" cy="1558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40D2CD7E-1248-416C-A20D-E8697EB84A1C}"/>
              </a:ext>
            </a:extLst>
          </p:cNvPr>
          <p:cNvSpPr/>
          <p:nvPr/>
        </p:nvSpPr>
        <p:spPr>
          <a:xfrm>
            <a:off x="0" y="79547"/>
            <a:ext cx="11487150" cy="12125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>
                <a:latin typeface="Cascadia Code" panose="020B0609020000020004" pitchFamily="49" charset="0"/>
                <a:cs typeface="Cascadia Code" panose="020B0609020000020004" pitchFamily="49" charset="0"/>
              </a:rPr>
              <a:t>Команда «Работает – не трогай»</a:t>
            </a:r>
          </a:p>
        </p:txBody>
      </p:sp>
      <p:sp>
        <p:nvSpPr>
          <p:cNvPr id="17" name="Текст 8">
            <a:extLst>
              <a:ext uri="{FF2B5EF4-FFF2-40B4-BE49-F238E27FC236}">
                <a16:creationId xmlns:a16="http://schemas.microsoft.com/office/drawing/2014/main" id="{98BD2080-5BDB-411C-BE4B-745BA86BD58C}"/>
              </a:ext>
            </a:extLst>
          </p:cNvPr>
          <p:cNvSpPr txBox="1"/>
          <p:nvPr/>
        </p:nvSpPr>
        <p:spPr bwMode="auto">
          <a:xfrm>
            <a:off x="7388601" y="2444734"/>
            <a:ext cx="4555749" cy="306071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800" b="1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Капитан: </a:t>
            </a:r>
            <a:r>
              <a:rPr lang="ru-RU" sz="1800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Метальникова</a:t>
            </a:r>
            <a:r>
              <a:rPr lang="ru-RU" sz="1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Елизавета</a:t>
            </a:r>
            <a:endParaRPr sz="1800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800" b="1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Кол-во участников: </a:t>
            </a:r>
            <a:r>
              <a:rPr lang="ru-RU" sz="1800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3 человека</a:t>
            </a:r>
            <a:endParaRPr sz="1800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800" b="1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Краткое описание: </a:t>
            </a:r>
            <a:endParaRPr sz="1800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ru-RU" sz="1800" i="1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учимся в одном вузе; узнали о </a:t>
            </a:r>
            <a:r>
              <a:rPr lang="ru-RU" sz="1800" i="1" dirty="0" err="1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хакатоне</a:t>
            </a:r>
            <a:r>
              <a:rPr lang="ru-RU" sz="1800" i="1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и решили объединить силы для совместного участия</a:t>
            </a:r>
            <a:endParaRPr sz="1800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800" b="1" dirty="0">
                <a:solidFill>
                  <a:schemeClr val="bg1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Город и регион: Москва</a:t>
            </a:r>
            <a:endParaRPr sz="1800" dirty="0">
              <a:solidFill>
                <a:schemeClr val="bg1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89144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8DB244A-B60E-40AF-AAAE-B1198C87B4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290F896-33B5-4A39-ADF6-72E77CAA5EA6}"/>
              </a:ext>
            </a:extLst>
          </p:cNvPr>
          <p:cNvSpPr/>
          <p:nvPr/>
        </p:nvSpPr>
        <p:spPr>
          <a:xfrm>
            <a:off x="304799" y="4943475"/>
            <a:ext cx="4772025" cy="1562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2800" dirty="0">
                <a:latin typeface="Cascadia Code" panose="020B0609020000020004" pitchFamily="49" charset="0"/>
                <a:cs typeface="Cascadia Code" panose="020B0609020000020004" pitchFamily="49" charset="0"/>
              </a:rPr>
              <a:t>Команда:</a:t>
            </a:r>
          </a:p>
          <a:p>
            <a:r>
              <a:rPr lang="ru-RU" sz="2800" dirty="0">
                <a:latin typeface="Cascadia Code" panose="020B0609020000020004" pitchFamily="49" charset="0"/>
                <a:cs typeface="Cascadia Code" panose="020B0609020000020004" pitchFamily="49" charset="0"/>
              </a:rPr>
              <a:t>Работает – не трогай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E5606A0-A24D-4999-B3B5-CB9CFFFE3A2A}"/>
              </a:ext>
            </a:extLst>
          </p:cNvPr>
          <p:cNvSpPr/>
          <p:nvPr/>
        </p:nvSpPr>
        <p:spPr>
          <a:xfrm>
            <a:off x="2486024" y="2181225"/>
            <a:ext cx="6981825" cy="20288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7200" dirty="0">
                <a:latin typeface="Cascadia Code" panose="020B0609020000020004" pitchFamily="49" charset="0"/>
                <a:cs typeface="Cascadia Code" panose="020B0609020000020004" pitchFamily="49" charset="0"/>
              </a:rPr>
              <a:t>Спасибо за внимание!</a:t>
            </a:r>
            <a:endParaRPr lang="ru-RU" sz="360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078637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301</Words>
  <Application>Microsoft Office PowerPoint</Application>
  <PresentationFormat>Широкоэкранный</PresentationFormat>
  <Paragraphs>51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Calibri Light</vt:lpstr>
      <vt:lpstr>Cascadia Code</vt:lpstr>
      <vt:lpstr>Montserrat</vt:lpstr>
      <vt:lpstr>Wingdings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Huawei</dc:creator>
  <cp:lastModifiedBy>Huawei</cp:lastModifiedBy>
  <cp:revision>7</cp:revision>
  <dcterms:created xsi:type="dcterms:W3CDTF">2026-10-25T06:07:47Z</dcterms:created>
  <dcterms:modified xsi:type="dcterms:W3CDTF">2026-10-25T07:01:56Z</dcterms:modified>
</cp:coreProperties>
</file>